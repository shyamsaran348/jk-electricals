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3" r:id="rId6"/>
    <p:sldId id="266" r:id="rId7"/>
    <p:sldId id="264" r:id="rId8"/>
    <p:sldId id="267" r:id="rId9"/>
    <p:sldId id="262" r:id="rId10"/>
    <p:sldId id="269" r:id="rId1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929"/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7119" autoAdjust="0"/>
  </p:normalViewPr>
  <p:slideViewPr>
    <p:cSldViewPr>
      <p:cViewPr>
        <p:scale>
          <a:sx n="71" d="100"/>
          <a:sy n="71" d="100"/>
        </p:scale>
        <p:origin x="-1356" y="-1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F86D922-2535-4282-9E43-E37E9B0007D0}" type="datetimeFigureOut">
              <a:rPr lang="en-US"/>
              <a:pPr>
                <a:defRPr/>
              </a:pPr>
              <a:t>9/5/2023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473DBBE9-7E8D-411F-BC35-EB4D1DE7BA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90388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B59F5B6-9B4C-4793-A262-814303B8D058}" type="slidenum">
              <a:rPr lang="en-US" smtClean="0"/>
              <a:pPr/>
              <a:t>1</a:t>
            </a:fld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74F6B08-C38B-4BC8-8266-BC608D838DCE}" type="slidenum">
              <a:rPr lang="en-US" smtClean="0"/>
              <a:pPr/>
              <a:t>2</a:t>
            </a:fld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4716463" y="5345113"/>
            <a:ext cx="4427537" cy="1512887"/>
            <a:chOff x="2971" y="3367"/>
            <a:chExt cx="2789" cy="953"/>
          </a:xfrm>
        </p:grpSpPr>
        <p:sp>
          <p:nvSpPr>
            <p:cNvPr id="5" name="Freeform 3"/>
            <p:cNvSpPr>
              <a:spLocks/>
            </p:cNvSpPr>
            <p:nvPr/>
          </p:nvSpPr>
          <p:spPr bwMode="ltGray">
            <a:xfrm>
              <a:off x="2971" y="3367"/>
              <a:ext cx="2789" cy="953"/>
            </a:xfrm>
            <a:custGeom>
              <a:avLst/>
              <a:gdLst/>
              <a:ahLst/>
              <a:cxnLst>
                <a:cxn ang="0">
                  <a:pos x="2768" y="18"/>
                </a:cxn>
                <a:cxn ang="0">
                  <a:pos x="2678" y="24"/>
                </a:cxn>
                <a:cxn ang="0">
                  <a:pos x="2613" y="102"/>
                </a:cxn>
                <a:cxn ang="0">
                  <a:pos x="2511" y="156"/>
                </a:cxn>
                <a:cxn ang="0">
                  <a:pos x="2505" y="222"/>
                </a:cxn>
                <a:cxn ang="0">
                  <a:pos x="2487" y="246"/>
                </a:cxn>
                <a:cxn ang="0">
                  <a:pos x="2469" y="252"/>
                </a:cxn>
                <a:cxn ang="0">
                  <a:pos x="2397" y="210"/>
                </a:cxn>
                <a:cxn ang="0">
                  <a:pos x="2260" y="192"/>
                </a:cxn>
                <a:cxn ang="0">
                  <a:pos x="2236" y="186"/>
                </a:cxn>
                <a:cxn ang="0">
                  <a:pos x="2218" y="192"/>
                </a:cxn>
                <a:cxn ang="0">
                  <a:pos x="2146" y="228"/>
                </a:cxn>
                <a:cxn ang="0">
                  <a:pos x="2110" y="240"/>
                </a:cxn>
                <a:cxn ang="0">
                  <a:pos x="2086" y="246"/>
                </a:cxn>
                <a:cxn ang="0">
                  <a:pos x="2074" y="258"/>
                </a:cxn>
                <a:cxn ang="0">
                  <a:pos x="2074" y="276"/>
                </a:cxn>
                <a:cxn ang="0">
                  <a:pos x="2051" y="300"/>
                </a:cxn>
                <a:cxn ang="0">
                  <a:pos x="2033" y="312"/>
                </a:cxn>
                <a:cxn ang="0">
                  <a:pos x="2021" y="324"/>
                </a:cxn>
                <a:cxn ang="0">
                  <a:pos x="2009" y="336"/>
                </a:cxn>
                <a:cxn ang="0">
                  <a:pos x="1979" y="342"/>
                </a:cxn>
                <a:cxn ang="0">
                  <a:pos x="1913" y="336"/>
                </a:cxn>
                <a:cxn ang="0">
                  <a:pos x="1877" y="330"/>
                </a:cxn>
                <a:cxn ang="0">
                  <a:pos x="1865" y="342"/>
                </a:cxn>
                <a:cxn ang="0">
                  <a:pos x="1853" y="354"/>
                </a:cxn>
                <a:cxn ang="0">
                  <a:pos x="1823" y="360"/>
                </a:cxn>
                <a:cxn ang="0">
                  <a:pos x="1764" y="342"/>
                </a:cxn>
                <a:cxn ang="0">
                  <a:pos x="1740" y="342"/>
                </a:cxn>
                <a:cxn ang="0">
                  <a:pos x="1716" y="354"/>
                </a:cxn>
                <a:cxn ang="0">
                  <a:pos x="1656" y="425"/>
                </a:cxn>
                <a:cxn ang="0">
                  <a:pos x="1614" y="569"/>
                </a:cxn>
                <a:cxn ang="0">
                  <a:pos x="1614" y="593"/>
                </a:cxn>
                <a:cxn ang="0">
                  <a:pos x="1620" y="641"/>
                </a:cxn>
                <a:cxn ang="0">
                  <a:pos x="1638" y="659"/>
                </a:cxn>
                <a:cxn ang="0">
                  <a:pos x="1632" y="671"/>
                </a:cxn>
                <a:cxn ang="0">
                  <a:pos x="1620" y="683"/>
                </a:cxn>
                <a:cxn ang="0">
                  <a:pos x="1542" y="689"/>
                </a:cxn>
                <a:cxn ang="0">
                  <a:pos x="1465" y="629"/>
                </a:cxn>
                <a:cxn ang="0">
                  <a:pos x="1333" y="587"/>
                </a:cxn>
                <a:cxn ang="0">
                  <a:pos x="1184" y="671"/>
                </a:cxn>
                <a:cxn ang="0">
                  <a:pos x="1016" y="731"/>
                </a:cxn>
                <a:cxn ang="0">
                  <a:pos x="813" y="743"/>
                </a:cxn>
                <a:cxn ang="0">
                  <a:pos x="628" y="701"/>
                </a:cxn>
                <a:cxn ang="0">
                  <a:pos x="568" y="695"/>
                </a:cxn>
                <a:cxn ang="0">
                  <a:pos x="556" y="701"/>
                </a:cxn>
                <a:cxn ang="0">
                  <a:pos x="520" y="731"/>
                </a:cxn>
                <a:cxn ang="0">
                  <a:pos x="436" y="809"/>
                </a:cxn>
                <a:cxn ang="0">
                  <a:pos x="406" y="821"/>
                </a:cxn>
                <a:cxn ang="0">
                  <a:pos x="382" y="821"/>
                </a:cxn>
                <a:cxn ang="0">
                  <a:pos x="335" y="827"/>
                </a:cxn>
                <a:cxn ang="0">
                  <a:pos x="209" y="851"/>
                </a:cxn>
                <a:cxn ang="0">
                  <a:pos x="173" y="857"/>
                </a:cxn>
                <a:cxn ang="0">
                  <a:pos x="125" y="851"/>
                </a:cxn>
                <a:cxn ang="0">
                  <a:pos x="107" y="857"/>
                </a:cxn>
                <a:cxn ang="0">
                  <a:pos x="101" y="875"/>
                </a:cxn>
                <a:cxn ang="0">
                  <a:pos x="83" y="887"/>
                </a:cxn>
                <a:cxn ang="0">
                  <a:pos x="48" y="899"/>
                </a:cxn>
                <a:cxn ang="0">
                  <a:pos x="2780" y="24"/>
                </a:cxn>
              </a:cxnLst>
              <a:rect l="0" t="0" r="r" b="b"/>
              <a:pathLst>
                <a:path w="2780" h="953">
                  <a:moveTo>
                    <a:pt x="2780" y="24"/>
                  </a:moveTo>
                  <a:lnTo>
                    <a:pt x="2774" y="24"/>
                  </a:lnTo>
                  <a:lnTo>
                    <a:pt x="2774" y="18"/>
                  </a:lnTo>
                  <a:lnTo>
                    <a:pt x="2768" y="18"/>
                  </a:lnTo>
                  <a:lnTo>
                    <a:pt x="2756" y="12"/>
                  </a:lnTo>
                  <a:lnTo>
                    <a:pt x="2738" y="6"/>
                  </a:lnTo>
                  <a:lnTo>
                    <a:pt x="2714" y="0"/>
                  </a:lnTo>
                  <a:lnTo>
                    <a:pt x="2678" y="24"/>
                  </a:lnTo>
                  <a:lnTo>
                    <a:pt x="2643" y="54"/>
                  </a:lnTo>
                  <a:lnTo>
                    <a:pt x="2619" y="90"/>
                  </a:lnTo>
                  <a:lnTo>
                    <a:pt x="2613" y="96"/>
                  </a:lnTo>
                  <a:lnTo>
                    <a:pt x="2613" y="102"/>
                  </a:lnTo>
                  <a:lnTo>
                    <a:pt x="2601" y="108"/>
                  </a:lnTo>
                  <a:lnTo>
                    <a:pt x="2583" y="120"/>
                  </a:lnTo>
                  <a:lnTo>
                    <a:pt x="2541" y="132"/>
                  </a:lnTo>
                  <a:lnTo>
                    <a:pt x="2511" y="156"/>
                  </a:lnTo>
                  <a:lnTo>
                    <a:pt x="2511" y="204"/>
                  </a:lnTo>
                  <a:lnTo>
                    <a:pt x="2511" y="210"/>
                  </a:lnTo>
                  <a:lnTo>
                    <a:pt x="2505" y="216"/>
                  </a:lnTo>
                  <a:lnTo>
                    <a:pt x="2505" y="222"/>
                  </a:lnTo>
                  <a:lnTo>
                    <a:pt x="2499" y="228"/>
                  </a:lnTo>
                  <a:lnTo>
                    <a:pt x="2499" y="240"/>
                  </a:lnTo>
                  <a:lnTo>
                    <a:pt x="2493" y="246"/>
                  </a:lnTo>
                  <a:lnTo>
                    <a:pt x="2487" y="246"/>
                  </a:lnTo>
                  <a:lnTo>
                    <a:pt x="2487" y="252"/>
                  </a:lnTo>
                  <a:lnTo>
                    <a:pt x="2481" y="252"/>
                  </a:lnTo>
                  <a:lnTo>
                    <a:pt x="2475" y="252"/>
                  </a:lnTo>
                  <a:lnTo>
                    <a:pt x="2469" y="252"/>
                  </a:lnTo>
                  <a:lnTo>
                    <a:pt x="2457" y="252"/>
                  </a:lnTo>
                  <a:lnTo>
                    <a:pt x="2439" y="258"/>
                  </a:lnTo>
                  <a:lnTo>
                    <a:pt x="2415" y="222"/>
                  </a:lnTo>
                  <a:lnTo>
                    <a:pt x="2397" y="210"/>
                  </a:lnTo>
                  <a:lnTo>
                    <a:pt x="2373" y="216"/>
                  </a:lnTo>
                  <a:lnTo>
                    <a:pt x="2332" y="216"/>
                  </a:lnTo>
                  <a:lnTo>
                    <a:pt x="2296" y="204"/>
                  </a:lnTo>
                  <a:lnTo>
                    <a:pt x="2260" y="192"/>
                  </a:lnTo>
                  <a:lnTo>
                    <a:pt x="2260" y="192"/>
                  </a:lnTo>
                  <a:lnTo>
                    <a:pt x="2248" y="186"/>
                  </a:lnTo>
                  <a:lnTo>
                    <a:pt x="2242" y="186"/>
                  </a:lnTo>
                  <a:lnTo>
                    <a:pt x="2236" y="186"/>
                  </a:lnTo>
                  <a:lnTo>
                    <a:pt x="2230" y="186"/>
                  </a:lnTo>
                  <a:lnTo>
                    <a:pt x="2224" y="192"/>
                  </a:lnTo>
                  <a:lnTo>
                    <a:pt x="2224" y="192"/>
                  </a:lnTo>
                  <a:lnTo>
                    <a:pt x="2218" y="192"/>
                  </a:lnTo>
                  <a:lnTo>
                    <a:pt x="2212" y="198"/>
                  </a:lnTo>
                  <a:lnTo>
                    <a:pt x="2194" y="204"/>
                  </a:lnTo>
                  <a:lnTo>
                    <a:pt x="2170" y="210"/>
                  </a:lnTo>
                  <a:lnTo>
                    <a:pt x="2146" y="228"/>
                  </a:lnTo>
                  <a:lnTo>
                    <a:pt x="2122" y="240"/>
                  </a:lnTo>
                  <a:lnTo>
                    <a:pt x="2116" y="240"/>
                  </a:lnTo>
                  <a:lnTo>
                    <a:pt x="2110" y="240"/>
                  </a:lnTo>
                  <a:lnTo>
                    <a:pt x="2110" y="240"/>
                  </a:lnTo>
                  <a:lnTo>
                    <a:pt x="2104" y="240"/>
                  </a:lnTo>
                  <a:lnTo>
                    <a:pt x="2098" y="246"/>
                  </a:lnTo>
                  <a:lnTo>
                    <a:pt x="2092" y="246"/>
                  </a:lnTo>
                  <a:lnTo>
                    <a:pt x="2086" y="246"/>
                  </a:lnTo>
                  <a:lnTo>
                    <a:pt x="2080" y="252"/>
                  </a:lnTo>
                  <a:lnTo>
                    <a:pt x="2080" y="258"/>
                  </a:lnTo>
                  <a:lnTo>
                    <a:pt x="2074" y="258"/>
                  </a:lnTo>
                  <a:lnTo>
                    <a:pt x="2074" y="258"/>
                  </a:lnTo>
                  <a:lnTo>
                    <a:pt x="2074" y="264"/>
                  </a:lnTo>
                  <a:lnTo>
                    <a:pt x="2074" y="264"/>
                  </a:lnTo>
                  <a:lnTo>
                    <a:pt x="2074" y="270"/>
                  </a:lnTo>
                  <a:lnTo>
                    <a:pt x="2074" y="276"/>
                  </a:lnTo>
                  <a:lnTo>
                    <a:pt x="2069" y="288"/>
                  </a:lnTo>
                  <a:lnTo>
                    <a:pt x="2057" y="300"/>
                  </a:lnTo>
                  <a:lnTo>
                    <a:pt x="2057" y="300"/>
                  </a:lnTo>
                  <a:lnTo>
                    <a:pt x="2051" y="300"/>
                  </a:lnTo>
                  <a:lnTo>
                    <a:pt x="2045" y="300"/>
                  </a:lnTo>
                  <a:lnTo>
                    <a:pt x="2039" y="306"/>
                  </a:lnTo>
                  <a:lnTo>
                    <a:pt x="2033" y="306"/>
                  </a:lnTo>
                  <a:lnTo>
                    <a:pt x="2033" y="312"/>
                  </a:lnTo>
                  <a:lnTo>
                    <a:pt x="2027" y="312"/>
                  </a:lnTo>
                  <a:lnTo>
                    <a:pt x="2027" y="318"/>
                  </a:lnTo>
                  <a:lnTo>
                    <a:pt x="2027" y="318"/>
                  </a:lnTo>
                  <a:lnTo>
                    <a:pt x="2021" y="324"/>
                  </a:lnTo>
                  <a:lnTo>
                    <a:pt x="2021" y="324"/>
                  </a:lnTo>
                  <a:lnTo>
                    <a:pt x="2015" y="330"/>
                  </a:lnTo>
                  <a:lnTo>
                    <a:pt x="2015" y="330"/>
                  </a:lnTo>
                  <a:lnTo>
                    <a:pt x="2009" y="336"/>
                  </a:lnTo>
                  <a:lnTo>
                    <a:pt x="1997" y="336"/>
                  </a:lnTo>
                  <a:lnTo>
                    <a:pt x="1991" y="342"/>
                  </a:lnTo>
                  <a:lnTo>
                    <a:pt x="1985" y="342"/>
                  </a:lnTo>
                  <a:lnTo>
                    <a:pt x="1979" y="342"/>
                  </a:lnTo>
                  <a:lnTo>
                    <a:pt x="1961" y="336"/>
                  </a:lnTo>
                  <a:lnTo>
                    <a:pt x="1925" y="336"/>
                  </a:lnTo>
                  <a:lnTo>
                    <a:pt x="1919" y="336"/>
                  </a:lnTo>
                  <a:lnTo>
                    <a:pt x="1913" y="336"/>
                  </a:lnTo>
                  <a:lnTo>
                    <a:pt x="1895" y="330"/>
                  </a:lnTo>
                  <a:lnTo>
                    <a:pt x="1889" y="330"/>
                  </a:lnTo>
                  <a:lnTo>
                    <a:pt x="1883" y="330"/>
                  </a:lnTo>
                  <a:lnTo>
                    <a:pt x="1877" y="330"/>
                  </a:lnTo>
                  <a:lnTo>
                    <a:pt x="1877" y="330"/>
                  </a:lnTo>
                  <a:lnTo>
                    <a:pt x="1871" y="336"/>
                  </a:lnTo>
                  <a:lnTo>
                    <a:pt x="1871" y="336"/>
                  </a:lnTo>
                  <a:lnTo>
                    <a:pt x="1865" y="342"/>
                  </a:lnTo>
                  <a:lnTo>
                    <a:pt x="1865" y="342"/>
                  </a:lnTo>
                  <a:lnTo>
                    <a:pt x="1859" y="348"/>
                  </a:lnTo>
                  <a:lnTo>
                    <a:pt x="1859" y="348"/>
                  </a:lnTo>
                  <a:lnTo>
                    <a:pt x="1853" y="354"/>
                  </a:lnTo>
                  <a:lnTo>
                    <a:pt x="1847" y="354"/>
                  </a:lnTo>
                  <a:lnTo>
                    <a:pt x="1835" y="360"/>
                  </a:lnTo>
                  <a:lnTo>
                    <a:pt x="1829" y="360"/>
                  </a:lnTo>
                  <a:lnTo>
                    <a:pt x="1823" y="360"/>
                  </a:lnTo>
                  <a:lnTo>
                    <a:pt x="1817" y="360"/>
                  </a:lnTo>
                  <a:lnTo>
                    <a:pt x="1776" y="342"/>
                  </a:lnTo>
                  <a:lnTo>
                    <a:pt x="1770" y="342"/>
                  </a:lnTo>
                  <a:lnTo>
                    <a:pt x="1764" y="342"/>
                  </a:lnTo>
                  <a:lnTo>
                    <a:pt x="1758" y="342"/>
                  </a:lnTo>
                  <a:lnTo>
                    <a:pt x="1746" y="342"/>
                  </a:lnTo>
                  <a:lnTo>
                    <a:pt x="1746" y="342"/>
                  </a:lnTo>
                  <a:lnTo>
                    <a:pt x="1740" y="342"/>
                  </a:lnTo>
                  <a:lnTo>
                    <a:pt x="1734" y="342"/>
                  </a:lnTo>
                  <a:lnTo>
                    <a:pt x="1728" y="348"/>
                  </a:lnTo>
                  <a:lnTo>
                    <a:pt x="1722" y="348"/>
                  </a:lnTo>
                  <a:lnTo>
                    <a:pt x="1716" y="354"/>
                  </a:lnTo>
                  <a:lnTo>
                    <a:pt x="1704" y="366"/>
                  </a:lnTo>
                  <a:lnTo>
                    <a:pt x="1698" y="378"/>
                  </a:lnTo>
                  <a:lnTo>
                    <a:pt x="1674" y="402"/>
                  </a:lnTo>
                  <a:lnTo>
                    <a:pt x="1656" y="425"/>
                  </a:lnTo>
                  <a:lnTo>
                    <a:pt x="1632" y="461"/>
                  </a:lnTo>
                  <a:lnTo>
                    <a:pt x="1614" y="509"/>
                  </a:lnTo>
                  <a:lnTo>
                    <a:pt x="1614" y="563"/>
                  </a:lnTo>
                  <a:lnTo>
                    <a:pt x="1614" y="569"/>
                  </a:lnTo>
                  <a:lnTo>
                    <a:pt x="1614" y="575"/>
                  </a:lnTo>
                  <a:lnTo>
                    <a:pt x="1614" y="581"/>
                  </a:lnTo>
                  <a:lnTo>
                    <a:pt x="1614" y="587"/>
                  </a:lnTo>
                  <a:lnTo>
                    <a:pt x="1614" y="593"/>
                  </a:lnTo>
                  <a:lnTo>
                    <a:pt x="1614" y="599"/>
                  </a:lnTo>
                  <a:lnTo>
                    <a:pt x="1614" y="605"/>
                  </a:lnTo>
                  <a:lnTo>
                    <a:pt x="1614" y="617"/>
                  </a:lnTo>
                  <a:lnTo>
                    <a:pt x="1620" y="641"/>
                  </a:lnTo>
                  <a:lnTo>
                    <a:pt x="1626" y="641"/>
                  </a:lnTo>
                  <a:lnTo>
                    <a:pt x="1632" y="647"/>
                  </a:lnTo>
                  <a:lnTo>
                    <a:pt x="1632" y="659"/>
                  </a:lnTo>
                  <a:lnTo>
                    <a:pt x="1638" y="659"/>
                  </a:lnTo>
                  <a:lnTo>
                    <a:pt x="1638" y="665"/>
                  </a:lnTo>
                  <a:lnTo>
                    <a:pt x="1638" y="665"/>
                  </a:lnTo>
                  <a:lnTo>
                    <a:pt x="1638" y="671"/>
                  </a:lnTo>
                  <a:lnTo>
                    <a:pt x="1632" y="671"/>
                  </a:lnTo>
                  <a:lnTo>
                    <a:pt x="1632" y="677"/>
                  </a:lnTo>
                  <a:lnTo>
                    <a:pt x="1632" y="677"/>
                  </a:lnTo>
                  <a:lnTo>
                    <a:pt x="1626" y="677"/>
                  </a:lnTo>
                  <a:lnTo>
                    <a:pt x="1620" y="683"/>
                  </a:lnTo>
                  <a:lnTo>
                    <a:pt x="1596" y="689"/>
                  </a:lnTo>
                  <a:lnTo>
                    <a:pt x="1572" y="689"/>
                  </a:lnTo>
                  <a:lnTo>
                    <a:pt x="1548" y="689"/>
                  </a:lnTo>
                  <a:lnTo>
                    <a:pt x="1542" y="689"/>
                  </a:lnTo>
                  <a:lnTo>
                    <a:pt x="1536" y="689"/>
                  </a:lnTo>
                  <a:lnTo>
                    <a:pt x="1518" y="683"/>
                  </a:lnTo>
                  <a:lnTo>
                    <a:pt x="1495" y="671"/>
                  </a:lnTo>
                  <a:lnTo>
                    <a:pt x="1465" y="629"/>
                  </a:lnTo>
                  <a:lnTo>
                    <a:pt x="1435" y="599"/>
                  </a:lnTo>
                  <a:lnTo>
                    <a:pt x="1405" y="581"/>
                  </a:lnTo>
                  <a:lnTo>
                    <a:pt x="1375" y="563"/>
                  </a:lnTo>
                  <a:lnTo>
                    <a:pt x="1333" y="587"/>
                  </a:lnTo>
                  <a:lnTo>
                    <a:pt x="1303" y="653"/>
                  </a:lnTo>
                  <a:lnTo>
                    <a:pt x="1261" y="665"/>
                  </a:lnTo>
                  <a:lnTo>
                    <a:pt x="1219" y="653"/>
                  </a:lnTo>
                  <a:lnTo>
                    <a:pt x="1184" y="671"/>
                  </a:lnTo>
                  <a:lnTo>
                    <a:pt x="1136" y="671"/>
                  </a:lnTo>
                  <a:lnTo>
                    <a:pt x="1106" y="671"/>
                  </a:lnTo>
                  <a:lnTo>
                    <a:pt x="1076" y="707"/>
                  </a:lnTo>
                  <a:lnTo>
                    <a:pt x="1016" y="731"/>
                  </a:lnTo>
                  <a:lnTo>
                    <a:pt x="944" y="761"/>
                  </a:lnTo>
                  <a:lnTo>
                    <a:pt x="921" y="773"/>
                  </a:lnTo>
                  <a:lnTo>
                    <a:pt x="867" y="773"/>
                  </a:lnTo>
                  <a:lnTo>
                    <a:pt x="813" y="743"/>
                  </a:lnTo>
                  <a:lnTo>
                    <a:pt x="783" y="719"/>
                  </a:lnTo>
                  <a:lnTo>
                    <a:pt x="741" y="713"/>
                  </a:lnTo>
                  <a:lnTo>
                    <a:pt x="693" y="701"/>
                  </a:lnTo>
                  <a:lnTo>
                    <a:pt x="628" y="701"/>
                  </a:lnTo>
                  <a:lnTo>
                    <a:pt x="616" y="701"/>
                  </a:lnTo>
                  <a:lnTo>
                    <a:pt x="598" y="695"/>
                  </a:lnTo>
                  <a:lnTo>
                    <a:pt x="580" y="695"/>
                  </a:lnTo>
                  <a:lnTo>
                    <a:pt x="568" y="695"/>
                  </a:lnTo>
                  <a:lnTo>
                    <a:pt x="568" y="695"/>
                  </a:lnTo>
                  <a:lnTo>
                    <a:pt x="562" y="701"/>
                  </a:lnTo>
                  <a:lnTo>
                    <a:pt x="556" y="701"/>
                  </a:lnTo>
                  <a:lnTo>
                    <a:pt x="556" y="701"/>
                  </a:lnTo>
                  <a:lnTo>
                    <a:pt x="556" y="701"/>
                  </a:lnTo>
                  <a:lnTo>
                    <a:pt x="550" y="707"/>
                  </a:lnTo>
                  <a:lnTo>
                    <a:pt x="544" y="713"/>
                  </a:lnTo>
                  <a:lnTo>
                    <a:pt x="520" y="731"/>
                  </a:lnTo>
                  <a:lnTo>
                    <a:pt x="496" y="749"/>
                  </a:lnTo>
                  <a:lnTo>
                    <a:pt x="460" y="785"/>
                  </a:lnTo>
                  <a:lnTo>
                    <a:pt x="454" y="791"/>
                  </a:lnTo>
                  <a:lnTo>
                    <a:pt x="436" y="809"/>
                  </a:lnTo>
                  <a:lnTo>
                    <a:pt x="424" y="815"/>
                  </a:lnTo>
                  <a:lnTo>
                    <a:pt x="418" y="821"/>
                  </a:lnTo>
                  <a:lnTo>
                    <a:pt x="412" y="821"/>
                  </a:lnTo>
                  <a:lnTo>
                    <a:pt x="406" y="821"/>
                  </a:lnTo>
                  <a:lnTo>
                    <a:pt x="400" y="821"/>
                  </a:lnTo>
                  <a:lnTo>
                    <a:pt x="394" y="821"/>
                  </a:lnTo>
                  <a:lnTo>
                    <a:pt x="388" y="821"/>
                  </a:lnTo>
                  <a:lnTo>
                    <a:pt x="382" y="821"/>
                  </a:lnTo>
                  <a:lnTo>
                    <a:pt x="370" y="821"/>
                  </a:lnTo>
                  <a:lnTo>
                    <a:pt x="358" y="821"/>
                  </a:lnTo>
                  <a:lnTo>
                    <a:pt x="352" y="821"/>
                  </a:lnTo>
                  <a:lnTo>
                    <a:pt x="335" y="827"/>
                  </a:lnTo>
                  <a:lnTo>
                    <a:pt x="329" y="827"/>
                  </a:lnTo>
                  <a:lnTo>
                    <a:pt x="233" y="839"/>
                  </a:lnTo>
                  <a:lnTo>
                    <a:pt x="227" y="845"/>
                  </a:lnTo>
                  <a:lnTo>
                    <a:pt x="209" y="851"/>
                  </a:lnTo>
                  <a:lnTo>
                    <a:pt x="197" y="851"/>
                  </a:lnTo>
                  <a:lnTo>
                    <a:pt x="185" y="857"/>
                  </a:lnTo>
                  <a:lnTo>
                    <a:pt x="179" y="857"/>
                  </a:lnTo>
                  <a:lnTo>
                    <a:pt x="173" y="857"/>
                  </a:lnTo>
                  <a:lnTo>
                    <a:pt x="167" y="857"/>
                  </a:lnTo>
                  <a:lnTo>
                    <a:pt x="149" y="851"/>
                  </a:lnTo>
                  <a:lnTo>
                    <a:pt x="137" y="851"/>
                  </a:lnTo>
                  <a:lnTo>
                    <a:pt x="125" y="851"/>
                  </a:lnTo>
                  <a:lnTo>
                    <a:pt x="119" y="857"/>
                  </a:lnTo>
                  <a:lnTo>
                    <a:pt x="113" y="857"/>
                  </a:lnTo>
                  <a:lnTo>
                    <a:pt x="107" y="857"/>
                  </a:lnTo>
                  <a:lnTo>
                    <a:pt x="107" y="857"/>
                  </a:lnTo>
                  <a:lnTo>
                    <a:pt x="101" y="863"/>
                  </a:lnTo>
                  <a:lnTo>
                    <a:pt x="101" y="863"/>
                  </a:lnTo>
                  <a:lnTo>
                    <a:pt x="101" y="869"/>
                  </a:lnTo>
                  <a:lnTo>
                    <a:pt x="101" y="875"/>
                  </a:lnTo>
                  <a:lnTo>
                    <a:pt x="95" y="875"/>
                  </a:lnTo>
                  <a:lnTo>
                    <a:pt x="95" y="881"/>
                  </a:lnTo>
                  <a:lnTo>
                    <a:pt x="89" y="881"/>
                  </a:lnTo>
                  <a:lnTo>
                    <a:pt x="83" y="887"/>
                  </a:lnTo>
                  <a:lnTo>
                    <a:pt x="77" y="887"/>
                  </a:lnTo>
                  <a:lnTo>
                    <a:pt x="60" y="893"/>
                  </a:lnTo>
                  <a:lnTo>
                    <a:pt x="54" y="899"/>
                  </a:lnTo>
                  <a:lnTo>
                    <a:pt x="48" y="899"/>
                  </a:lnTo>
                  <a:lnTo>
                    <a:pt x="48" y="905"/>
                  </a:lnTo>
                  <a:lnTo>
                    <a:pt x="0" y="953"/>
                  </a:lnTo>
                  <a:lnTo>
                    <a:pt x="2780" y="953"/>
                  </a:lnTo>
                  <a:lnTo>
                    <a:pt x="2780" y="24"/>
                  </a:lnTo>
                  <a:lnTo>
                    <a:pt x="2780" y="24"/>
                  </a:lnTo>
                  <a:lnTo>
                    <a:pt x="2780" y="24"/>
                  </a:lnTo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ltGray">
            <a:xfrm>
              <a:off x="4602" y="4014"/>
              <a:ext cx="12" cy="18"/>
            </a:xfrm>
            <a:custGeom>
              <a:avLst/>
              <a:gdLst/>
              <a:ahLst/>
              <a:cxnLst>
                <a:cxn ang="0">
                  <a:pos x="12" y="18"/>
                </a:cxn>
                <a:cxn ang="0">
                  <a:pos x="12" y="12"/>
                </a:cxn>
                <a:cxn ang="0">
                  <a:pos x="6" y="6"/>
                </a:cxn>
                <a:cxn ang="0">
                  <a:pos x="6" y="6"/>
                </a:cxn>
                <a:cxn ang="0">
                  <a:pos x="0" y="0"/>
                </a:cxn>
                <a:cxn ang="0">
                  <a:pos x="12" y="18"/>
                </a:cxn>
                <a:cxn ang="0">
                  <a:pos x="12" y="18"/>
                </a:cxn>
                <a:cxn ang="0">
                  <a:pos x="12" y="18"/>
                </a:cxn>
              </a:cxnLst>
              <a:rect l="0" t="0" r="r" b="b"/>
              <a:pathLst>
                <a:path w="12" h="18">
                  <a:moveTo>
                    <a:pt x="12" y="18"/>
                  </a:moveTo>
                  <a:lnTo>
                    <a:pt x="12" y="12"/>
                  </a:lnTo>
                  <a:lnTo>
                    <a:pt x="6" y="6"/>
                  </a:lnTo>
                  <a:lnTo>
                    <a:pt x="6" y="6"/>
                  </a:lnTo>
                  <a:lnTo>
                    <a:pt x="0" y="0"/>
                  </a:lnTo>
                  <a:lnTo>
                    <a:pt x="12" y="18"/>
                  </a:lnTo>
                  <a:lnTo>
                    <a:pt x="12" y="18"/>
                  </a:lnTo>
                  <a:lnTo>
                    <a:pt x="12" y="18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ltGray">
            <a:xfrm>
              <a:off x="4596" y="3996"/>
              <a:ext cx="6" cy="18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6" y="18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0" y="12"/>
                </a:cxn>
                <a:cxn ang="0">
                  <a:pos x="0" y="12"/>
                </a:cxn>
              </a:cxnLst>
              <a:rect l="0" t="0" r="r" b="b"/>
              <a:pathLst>
                <a:path w="6" h="18">
                  <a:moveTo>
                    <a:pt x="0" y="12"/>
                  </a:moveTo>
                  <a:lnTo>
                    <a:pt x="6" y="1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2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ltGray">
            <a:xfrm>
              <a:off x="5180" y="3577"/>
              <a:ext cx="304" cy="741"/>
            </a:xfrm>
            <a:custGeom>
              <a:avLst/>
              <a:gdLst/>
              <a:ahLst/>
              <a:cxnLst>
                <a:cxn ang="0">
                  <a:pos x="280" y="42"/>
                </a:cxn>
                <a:cxn ang="0">
                  <a:pos x="274" y="42"/>
                </a:cxn>
                <a:cxn ang="0">
                  <a:pos x="268" y="42"/>
                </a:cxn>
                <a:cxn ang="0">
                  <a:pos x="256" y="42"/>
                </a:cxn>
                <a:cxn ang="0">
                  <a:pos x="238" y="48"/>
                </a:cxn>
                <a:cxn ang="0">
                  <a:pos x="214" y="12"/>
                </a:cxn>
                <a:cxn ang="0">
                  <a:pos x="196" y="0"/>
                </a:cxn>
                <a:cxn ang="0">
                  <a:pos x="196" y="0"/>
                </a:cxn>
                <a:cxn ang="0">
                  <a:pos x="164" y="167"/>
                </a:cxn>
                <a:cxn ang="0">
                  <a:pos x="144" y="217"/>
                </a:cxn>
                <a:cxn ang="0">
                  <a:pos x="110" y="281"/>
                </a:cxn>
                <a:cxn ang="0">
                  <a:pos x="96" y="327"/>
                </a:cxn>
                <a:cxn ang="0">
                  <a:pos x="124" y="405"/>
                </a:cxn>
                <a:cxn ang="0">
                  <a:pos x="100" y="463"/>
                </a:cxn>
                <a:cxn ang="0">
                  <a:pos x="68" y="503"/>
                </a:cxn>
                <a:cxn ang="0">
                  <a:pos x="30" y="539"/>
                </a:cxn>
                <a:cxn ang="0">
                  <a:pos x="24" y="613"/>
                </a:cxn>
                <a:cxn ang="0">
                  <a:pos x="0" y="741"/>
                </a:cxn>
                <a:cxn ang="0">
                  <a:pos x="202" y="741"/>
                </a:cxn>
                <a:cxn ang="0">
                  <a:pos x="180" y="639"/>
                </a:cxn>
                <a:cxn ang="0">
                  <a:pos x="192" y="589"/>
                </a:cxn>
                <a:cxn ang="0">
                  <a:pos x="178" y="539"/>
                </a:cxn>
                <a:cxn ang="0">
                  <a:pos x="190" y="499"/>
                </a:cxn>
                <a:cxn ang="0">
                  <a:pos x="184" y="465"/>
                </a:cxn>
                <a:cxn ang="0">
                  <a:pos x="192" y="391"/>
                </a:cxn>
                <a:cxn ang="0">
                  <a:pos x="216" y="313"/>
                </a:cxn>
                <a:cxn ang="0">
                  <a:pos x="238" y="249"/>
                </a:cxn>
                <a:cxn ang="0">
                  <a:pos x="268" y="185"/>
                </a:cxn>
                <a:cxn ang="0">
                  <a:pos x="284" y="159"/>
                </a:cxn>
                <a:cxn ang="0">
                  <a:pos x="304" y="12"/>
                </a:cxn>
                <a:cxn ang="0">
                  <a:pos x="298" y="24"/>
                </a:cxn>
                <a:cxn ang="0">
                  <a:pos x="292" y="30"/>
                </a:cxn>
                <a:cxn ang="0">
                  <a:pos x="292" y="36"/>
                </a:cxn>
                <a:cxn ang="0">
                  <a:pos x="286" y="36"/>
                </a:cxn>
                <a:cxn ang="0">
                  <a:pos x="286" y="42"/>
                </a:cxn>
                <a:cxn ang="0">
                  <a:pos x="280" y="42"/>
                </a:cxn>
                <a:cxn ang="0">
                  <a:pos x="280" y="42"/>
                </a:cxn>
                <a:cxn ang="0">
                  <a:pos x="280" y="42"/>
                </a:cxn>
              </a:cxnLst>
              <a:rect l="0" t="0" r="r" b="b"/>
              <a:pathLst>
                <a:path w="304" h="741">
                  <a:moveTo>
                    <a:pt x="280" y="42"/>
                  </a:moveTo>
                  <a:lnTo>
                    <a:pt x="274" y="42"/>
                  </a:lnTo>
                  <a:lnTo>
                    <a:pt x="268" y="42"/>
                  </a:lnTo>
                  <a:lnTo>
                    <a:pt x="256" y="42"/>
                  </a:lnTo>
                  <a:lnTo>
                    <a:pt x="238" y="48"/>
                  </a:lnTo>
                  <a:lnTo>
                    <a:pt x="214" y="12"/>
                  </a:lnTo>
                  <a:lnTo>
                    <a:pt x="196" y="0"/>
                  </a:lnTo>
                  <a:lnTo>
                    <a:pt x="196" y="0"/>
                  </a:lnTo>
                  <a:lnTo>
                    <a:pt x="164" y="167"/>
                  </a:lnTo>
                  <a:lnTo>
                    <a:pt x="144" y="217"/>
                  </a:lnTo>
                  <a:lnTo>
                    <a:pt x="110" y="281"/>
                  </a:lnTo>
                  <a:lnTo>
                    <a:pt x="96" y="327"/>
                  </a:lnTo>
                  <a:lnTo>
                    <a:pt x="124" y="405"/>
                  </a:lnTo>
                  <a:lnTo>
                    <a:pt x="100" y="463"/>
                  </a:lnTo>
                  <a:lnTo>
                    <a:pt x="68" y="503"/>
                  </a:lnTo>
                  <a:lnTo>
                    <a:pt x="30" y="539"/>
                  </a:lnTo>
                  <a:lnTo>
                    <a:pt x="24" y="613"/>
                  </a:lnTo>
                  <a:lnTo>
                    <a:pt x="0" y="741"/>
                  </a:lnTo>
                  <a:lnTo>
                    <a:pt x="202" y="741"/>
                  </a:lnTo>
                  <a:lnTo>
                    <a:pt x="180" y="639"/>
                  </a:lnTo>
                  <a:lnTo>
                    <a:pt x="192" y="589"/>
                  </a:lnTo>
                  <a:lnTo>
                    <a:pt x="178" y="539"/>
                  </a:lnTo>
                  <a:lnTo>
                    <a:pt x="190" y="499"/>
                  </a:lnTo>
                  <a:lnTo>
                    <a:pt x="184" y="465"/>
                  </a:lnTo>
                  <a:lnTo>
                    <a:pt x="192" y="391"/>
                  </a:lnTo>
                  <a:lnTo>
                    <a:pt x="216" y="313"/>
                  </a:lnTo>
                  <a:lnTo>
                    <a:pt x="238" y="249"/>
                  </a:lnTo>
                  <a:lnTo>
                    <a:pt x="268" y="185"/>
                  </a:lnTo>
                  <a:lnTo>
                    <a:pt x="284" y="159"/>
                  </a:lnTo>
                  <a:lnTo>
                    <a:pt x="304" y="12"/>
                  </a:lnTo>
                  <a:lnTo>
                    <a:pt x="298" y="24"/>
                  </a:lnTo>
                  <a:lnTo>
                    <a:pt x="292" y="30"/>
                  </a:lnTo>
                  <a:lnTo>
                    <a:pt x="292" y="36"/>
                  </a:lnTo>
                  <a:lnTo>
                    <a:pt x="286" y="36"/>
                  </a:lnTo>
                  <a:lnTo>
                    <a:pt x="286" y="42"/>
                  </a:lnTo>
                  <a:lnTo>
                    <a:pt x="280" y="42"/>
                  </a:lnTo>
                  <a:lnTo>
                    <a:pt x="280" y="42"/>
                  </a:lnTo>
                  <a:lnTo>
                    <a:pt x="280" y="42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ltGray">
            <a:xfrm>
              <a:off x="4918" y="3553"/>
              <a:ext cx="314" cy="767"/>
            </a:xfrm>
            <a:custGeom>
              <a:avLst/>
              <a:gdLst/>
              <a:ahLst/>
              <a:cxnLst>
                <a:cxn ang="0">
                  <a:pos x="284" y="6"/>
                </a:cxn>
                <a:cxn ang="0">
                  <a:pos x="278" y="6"/>
                </a:cxn>
                <a:cxn ang="0">
                  <a:pos x="272" y="12"/>
                </a:cxn>
                <a:cxn ang="0">
                  <a:pos x="254" y="18"/>
                </a:cxn>
                <a:cxn ang="0">
                  <a:pos x="230" y="24"/>
                </a:cxn>
                <a:cxn ang="0">
                  <a:pos x="206" y="42"/>
                </a:cxn>
                <a:cxn ang="0">
                  <a:pos x="188" y="48"/>
                </a:cxn>
                <a:cxn ang="0">
                  <a:pos x="176" y="54"/>
                </a:cxn>
                <a:cxn ang="0">
                  <a:pos x="170" y="54"/>
                </a:cxn>
                <a:cxn ang="0">
                  <a:pos x="150" y="169"/>
                </a:cxn>
                <a:cxn ang="0">
                  <a:pos x="110" y="225"/>
                </a:cxn>
                <a:cxn ang="0">
                  <a:pos x="54" y="383"/>
                </a:cxn>
                <a:cxn ang="0">
                  <a:pos x="82" y="555"/>
                </a:cxn>
                <a:cxn ang="0">
                  <a:pos x="40" y="679"/>
                </a:cxn>
                <a:cxn ang="0">
                  <a:pos x="0" y="767"/>
                </a:cxn>
                <a:cxn ang="0">
                  <a:pos x="108" y="767"/>
                </a:cxn>
                <a:cxn ang="0">
                  <a:pos x="120" y="611"/>
                </a:cxn>
                <a:cxn ang="0">
                  <a:pos x="148" y="499"/>
                </a:cxn>
                <a:cxn ang="0">
                  <a:pos x="160" y="367"/>
                </a:cxn>
                <a:cxn ang="0">
                  <a:pos x="218" y="327"/>
                </a:cxn>
                <a:cxn ang="0">
                  <a:pos x="238" y="221"/>
                </a:cxn>
                <a:cxn ang="0">
                  <a:pos x="296" y="135"/>
                </a:cxn>
                <a:cxn ang="0">
                  <a:pos x="314" y="0"/>
                </a:cxn>
                <a:cxn ang="0">
                  <a:pos x="302" y="0"/>
                </a:cxn>
                <a:cxn ang="0">
                  <a:pos x="296" y="0"/>
                </a:cxn>
                <a:cxn ang="0">
                  <a:pos x="290" y="0"/>
                </a:cxn>
                <a:cxn ang="0">
                  <a:pos x="284" y="6"/>
                </a:cxn>
                <a:cxn ang="0">
                  <a:pos x="284" y="6"/>
                </a:cxn>
                <a:cxn ang="0">
                  <a:pos x="284" y="6"/>
                </a:cxn>
                <a:cxn ang="0">
                  <a:pos x="284" y="6"/>
                </a:cxn>
              </a:cxnLst>
              <a:rect l="0" t="0" r="r" b="b"/>
              <a:pathLst>
                <a:path w="314" h="767">
                  <a:moveTo>
                    <a:pt x="284" y="6"/>
                  </a:moveTo>
                  <a:lnTo>
                    <a:pt x="278" y="6"/>
                  </a:lnTo>
                  <a:lnTo>
                    <a:pt x="272" y="12"/>
                  </a:lnTo>
                  <a:lnTo>
                    <a:pt x="254" y="18"/>
                  </a:lnTo>
                  <a:lnTo>
                    <a:pt x="230" y="24"/>
                  </a:lnTo>
                  <a:lnTo>
                    <a:pt x="206" y="42"/>
                  </a:lnTo>
                  <a:lnTo>
                    <a:pt x="188" y="48"/>
                  </a:lnTo>
                  <a:lnTo>
                    <a:pt x="176" y="54"/>
                  </a:lnTo>
                  <a:lnTo>
                    <a:pt x="170" y="54"/>
                  </a:lnTo>
                  <a:lnTo>
                    <a:pt x="150" y="169"/>
                  </a:lnTo>
                  <a:lnTo>
                    <a:pt x="110" y="225"/>
                  </a:lnTo>
                  <a:lnTo>
                    <a:pt x="54" y="383"/>
                  </a:lnTo>
                  <a:lnTo>
                    <a:pt x="82" y="555"/>
                  </a:lnTo>
                  <a:lnTo>
                    <a:pt x="40" y="679"/>
                  </a:lnTo>
                  <a:lnTo>
                    <a:pt x="0" y="767"/>
                  </a:lnTo>
                  <a:lnTo>
                    <a:pt x="108" y="767"/>
                  </a:lnTo>
                  <a:lnTo>
                    <a:pt x="120" y="611"/>
                  </a:lnTo>
                  <a:lnTo>
                    <a:pt x="148" y="499"/>
                  </a:lnTo>
                  <a:lnTo>
                    <a:pt x="160" y="367"/>
                  </a:lnTo>
                  <a:lnTo>
                    <a:pt x="218" y="327"/>
                  </a:lnTo>
                  <a:lnTo>
                    <a:pt x="238" y="221"/>
                  </a:lnTo>
                  <a:lnTo>
                    <a:pt x="296" y="135"/>
                  </a:lnTo>
                  <a:lnTo>
                    <a:pt x="314" y="0"/>
                  </a:lnTo>
                  <a:lnTo>
                    <a:pt x="302" y="0"/>
                  </a:lnTo>
                  <a:lnTo>
                    <a:pt x="296" y="0"/>
                  </a:lnTo>
                  <a:lnTo>
                    <a:pt x="290" y="0"/>
                  </a:lnTo>
                  <a:lnTo>
                    <a:pt x="284" y="6"/>
                  </a:lnTo>
                  <a:lnTo>
                    <a:pt x="284" y="6"/>
                  </a:lnTo>
                  <a:lnTo>
                    <a:pt x="284" y="6"/>
                  </a:lnTo>
                  <a:lnTo>
                    <a:pt x="284" y="6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ltGray">
            <a:xfrm>
              <a:off x="4700" y="3697"/>
              <a:ext cx="275" cy="623"/>
            </a:xfrm>
            <a:custGeom>
              <a:avLst/>
              <a:gdLst/>
              <a:ahLst/>
              <a:cxnLst>
                <a:cxn ang="0">
                  <a:pos x="257" y="12"/>
                </a:cxn>
                <a:cxn ang="0">
                  <a:pos x="239" y="6"/>
                </a:cxn>
                <a:cxn ang="0">
                  <a:pos x="203" y="6"/>
                </a:cxn>
                <a:cxn ang="0">
                  <a:pos x="203" y="6"/>
                </a:cxn>
                <a:cxn ang="0">
                  <a:pos x="197" y="6"/>
                </a:cxn>
                <a:cxn ang="0">
                  <a:pos x="185" y="0"/>
                </a:cxn>
                <a:cxn ang="0">
                  <a:pos x="173" y="0"/>
                </a:cxn>
                <a:cxn ang="0">
                  <a:pos x="166" y="0"/>
                </a:cxn>
                <a:cxn ang="0">
                  <a:pos x="160" y="0"/>
                </a:cxn>
                <a:cxn ang="0">
                  <a:pos x="144" y="117"/>
                </a:cxn>
                <a:cxn ang="0">
                  <a:pos x="128" y="185"/>
                </a:cxn>
                <a:cxn ang="0">
                  <a:pos x="58" y="299"/>
                </a:cxn>
                <a:cxn ang="0">
                  <a:pos x="54" y="441"/>
                </a:cxn>
                <a:cxn ang="0">
                  <a:pos x="24" y="523"/>
                </a:cxn>
                <a:cxn ang="0">
                  <a:pos x="0" y="623"/>
                </a:cxn>
                <a:cxn ang="0">
                  <a:pos x="78" y="623"/>
                </a:cxn>
                <a:cxn ang="0">
                  <a:pos x="92" y="555"/>
                </a:cxn>
                <a:cxn ang="0">
                  <a:pos x="134" y="447"/>
                </a:cxn>
                <a:cxn ang="0">
                  <a:pos x="158" y="315"/>
                </a:cxn>
                <a:cxn ang="0">
                  <a:pos x="184" y="257"/>
                </a:cxn>
                <a:cxn ang="0">
                  <a:pos x="216" y="211"/>
                </a:cxn>
                <a:cxn ang="0">
                  <a:pos x="222" y="145"/>
                </a:cxn>
                <a:cxn ang="0">
                  <a:pos x="240" y="111"/>
                </a:cxn>
                <a:cxn ang="0">
                  <a:pos x="262" y="79"/>
                </a:cxn>
                <a:cxn ang="0">
                  <a:pos x="275" y="6"/>
                </a:cxn>
                <a:cxn ang="0">
                  <a:pos x="263" y="12"/>
                </a:cxn>
                <a:cxn ang="0">
                  <a:pos x="257" y="12"/>
                </a:cxn>
                <a:cxn ang="0">
                  <a:pos x="257" y="12"/>
                </a:cxn>
                <a:cxn ang="0">
                  <a:pos x="257" y="12"/>
                </a:cxn>
              </a:cxnLst>
              <a:rect l="0" t="0" r="r" b="b"/>
              <a:pathLst>
                <a:path w="275" h="623">
                  <a:moveTo>
                    <a:pt x="257" y="12"/>
                  </a:moveTo>
                  <a:lnTo>
                    <a:pt x="239" y="6"/>
                  </a:lnTo>
                  <a:lnTo>
                    <a:pt x="203" y="6"/>
                  </a:lnTo>
                  <a:lnTo>
                    <a:pt x="203" y="6"/>
                  </a:lnTo>
                  <a:lnTo>
                    <a:pt x="197" y="6"/>
                  </a:lnTo>
                  <a:lnTo>
                    <a:pt x="185" y="0"/>
                  </a:lnTo>
                  <a:lnTo>
                    <a:pt x="173" y="0"/>
                  </a:lnTo>
                  <a:lnTo>
                    <a:pt x="166" y="0"/>
                  </a:lnTo>
                  <a:lnTo>
                    <a:pt x="160" y="0"/>
                  </a:lnTo>
                  <a:lnTo>
                    <a:pt x="144" y="117"/>
                  </a:lnTo>
                  <a:lnTo>
                    <a:pt x="128" y="185"/>
                  </a:lnTo>
                  <a:lnTo>
                    <a:pt x="58" y="299"/>
                  </a:lnTo>
                  <a:lnTo>
                    <a:pt x="54" y="441"/>
                  </a:lnTo>
                  <a:lnTo>
                    <a:pt x="24" y="523"/>
                  </a:lnTo>
                  <a:lnTo>
                    <a:pt x="0" y="623"/>
                  </a:lnTo>
                  <a:lnTo>
                    <a:pt x="78" y="623"/>
                  </a:lnTo>
                  <a:lnTo>
                    <a:pt x="92" y="555"/>
                  </a:lnTo>
                  <a:lnTo>
                    <a:pt x="134" y="447"/>
                  </a:lnTo>
                  <a:lnTo>
                    <a:pt x="158" y="315"/>
                  </a:lnTo>
                  <a:lnTo>
                    <a:pt x="184" y="257"/>
                  </a:lnTo>
                  <a:lnTo>
                    <a:pt x="216" y="211"/>
                  </a:lnTo>
                  <a:lnTo>
                    <a:pt x="222" y="145"/>
                  </a:lnTo>
                  <a:lnTo>
                    <a:pt x="240" y="111"/>
                  </a:lnTo>
                  <a:lnTo>
                    <a:pt x="262" y="79"/>
                  </a:lnTo>
                  <a:lnTo>
                    <a:pt x="275" y="6"/>
                  </a:lnTo>
                  <a:lnTo>
                    <a:pt x="263" y="12"/>
                  </a:lnTo>
                  <a:lnTo>
                    <a:pt x="257" y="12"/>
                  </a:lnTo>
                  <a:lnTo>
                    <a:pt x="257" y="12"/>
                  </a:lnTo>
                  <a:lnTo>
                    <a:pt x="257" y="12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" name="Freeform 9"/>
            <p:cNvSpPr>
              <a:spLocks/>
            </p:cNvSpPr>
            <p:nvPr/>
          </p:nvSpPr>
          <p:spPr bwMode="ltGray">
            <a:xfrm>
              <a:off x="4522" y="3709"/>
              <a:ext cx="213" cy="611"/>
            </a:xfrm>
            <a:custGeom>
              <a:avLst/>
              <a:gdLst/>
              <a:ahLst/>
              <a:cxnLst>
                <a:cxn ang="0">
                  <a:pos x="171" y="12"/>
                </a:cxn>
                <a:cxn ang="0">
                  <a:pos x="159" y="24"/>
                </a:cxn>
                <a:cxn ang="0">
                  <a:pos x="153" y="36"/>
                </a:cxn>
                <a:cxn ang="0">
                  <a:pos x="128" y="60"/>
                </a:cxn>
                <a:cxn ang="0">
                  <a:pos x="110" y="83"/>
                </a:cxn>
                <a:cxn ang="0">
                  <a:pos x="86" y="119"/>
                </a:cxn>
                <a:cxn ang="0">
                  <a:pos x="68" y="167"/>
                </a:cxn>
                <a:cxn ang="0">
                  <a:pos x="68" y="221"/>
                </a:cxn>
                <a:cxn ang="0">
                  <a:pos x="68" y="227"/>
                </a:cxn>
                <a:cxn ang="0">
                  <a:pos x="68" y="233"/>
                </a:cxn>
                <a:cxn ang="0">
                  <a:pos x="68" y="239"/>
                </a:cxn>
                <a:cxn ang="0">
                  <a:pos x="68" y="245"/>
                </a:cxn>
                <a:cxn ang="0">
                  <a:pos x="68" y="251"/>
                </a:cxn>
                <a:cxn ang="0">
                  <a:pos x="68" y="251"/>
                </a:cxn>
                <a:cxn ang="0">
                  <a:pos x="68" y="257"/>
                </a:cxn>
                <a:cxn ang="0">
                  <a:pos x="68" y="269"/>
                </a:cxn>
                <a:cxn ang="0">
                  <a:pos x="74" y="287"/>
                </a:cxn>
                <a:cxn ang="0">
                  <a:pos x="80" y="305"/>
                </a:cxn>
                <a:cxn ang="0">
                  <a:pos x="86" y="311"/>
                </a:cxn>
                <a:cxn ang="0">
                  <a:pos x="86" y="311"/>
                </a:cxn>
                <a:cxn ang="0">
                  <a:pos x="92" y="317"/>
                </a:cxn>
                <a:cxn ang="0">
                  <a:pos x="92" y="323"/>
                </a:cxn>
                <a:cxn ang="0">
                  <a:pos x="92" y="323"/>
                </a:cxn>
                <a:cxn ang="0">
                  <a:pos x="24" y="437"/>
                </a:cxn>
                <a:cxn ang="0">
                  <a:pos x="18" y="471"/>
                </a:cxn>
                <a:cxn ang="0">
                  <a:pos x="0" y="547"/>
                </a:cxn>
                <a:cxn ang="0">
                  <a:pos x="50" y="611"/>
                </a:cxn>
                <a:cxn ang="0">
                  <a:pos x="114" y="611"/>
                </a:cxn>
                <a:cxn ang="0">
                  <a:pos x="104" y="555"/>
                </a:cxn>
                <a:cxn ang="0">
                  <a:pos x="120" y="515"/>
                </a:cxn>
                <a:cxn ang="0">
                  <a:pos x="150" y="449"/>
                </a:cxn>
                <a:cxn ang="0">
                  <a:pos x="166" y="377"/>
                </a:cxn>
                <a:cxn ang="0">
                  <a:pos x="156" y="295"/>
                </a:cxn>
                <a:cxn ang="0">
                  <a:pos x="170" y="203"/>
                </a:cxn>
                <a:cxn ang="0">
                  <a:pos x="212" y="95"/>
                </a:cxn>
                <a:cxn ang="0">
                  <a:pos x="213" y="0"/>
                </a:cxn>
                <a:cxn ang="0">
                  <a:pos x="207" y="0"/>
                </a:cxn>
                <a:cxn ang="0">
                  <a:pos x="201" y="0"/>
                </a:cxn>
                <a:cxn ang="0">
                  <a:pos x="195" y="0"/>
                </a:cxn>
                <a:cxn ang="0">
                  <a:pos x="189" y="0"/>
                </a:cxn>
                <a:cxn ang="0">
                  <a:pos x="183" y="6"/>
                </a:cxn>
                <a:cxn ang="0">
                  <a:pos x="177" y="6"/>
                </a:cxn>
                <a:cxn ang="0">
                  <a:pos x="171" y="12"/>
                </a:cxn>
                <a:cxn ang="0">
                  <a:pos x="171" y="12"/>
                </a:cxn>
                <a:cxn ang="0">
                  <a:pos x="171" y="12"/>
                </a:cxn>
              </a:cxnLst>
              <a:rect l="0" t="0" r="r" b="b"/>
              <a:pathLst>
                <a:path w="213" h="611">
                  <a:moveTo>
                    <a:pt x="171" y="12"/>
                  </a:moveTo>
                  <a:lnTo>
                    <a:pt x="159" y="24"/>
                  </a:lnTo>
                  <a:lnTo>
                    <a:pt x="153" y="36"/>
                  </a:lnTo>
                  <a:lnTo>
                    <a:pt x="128" y="60"/>
                  </a:lnTo>
                  <a:lnTo>
                    <a:pt x="110" y="83"/>
                  </a:lnTo>
                  <a:lnTo>
                    <a:pt x="86" y="119"/>
                  </a:lnTo>
                  <a:lnTo>
                    <a:pt x="68" y="167"/>
                  </a:lnTo>
                  <a:lnTo>
                    <a:pt x="68" y="221"/>
                  </a:lnTo>
                  <a:lnTo>
                    <a:pt x="68" y="227"/>
                  </a:lnTo>
                  <a:lnTo>
                    <a:pt x="68" y="233"/>
                  </a:lnTo>
                  <a:lnTo>
                    <a:pt x="68" y="239"/>
                  </a:lnTo>
                  <a:lnTo>
                    <a:pt x="68" y="245"/>
                  </a:lnTo>
                  <a:lnTo>
                    <a:pt x="68" y="251"/>
                  </a:lnTo>
                  <a:lnTo>
                    <a:pt x="68" y="251"/>
                  </a:lnTo>
                  <a:lnTo>
                    <a:pt x="68" y="257"/>
                  </a:lnTo>
                  <a:lnTo>
                    <a:pt x="68" y="269"/>
                  </a:lnTo>
                  <a:lnTo>
                    <a:pt x="74" y="287"/>
                  </a:lnTo>
                  <a:lnTo>
                    <a:pt x="80" y="305"/>
                  </a:lnTo>
                  <a:lnTo>
                    <a:pt x="86" y="311"/>
                  </a:lnTo>
                  <a:lnTo>
                    <a:pt x="86" y="311"/>
                  </a:lnTo>
                  <a:lnTo>
                    <a:pt x="92" y="317"/>
                  </a:lnTo>
                  <a:lnTo>
                    <a:pt x="92" y="323"/>
                  </a:lnTo>
                  <a:lnTo>
                    <a:pt x="92" y="323"/>
                  </a:lnTo>
                  <a:lnTo>
                    <a:pt x="24" y="437"/>
                  </a:lnTo>
                  <a:lnTo>
                    <a:pt x="18" y="471"/>
                  </a:lnTo>
                  <a:lnTo>
                    <a:pt x="0" y="547"/>
                  </a:lnTo>
                  <a:lnTo>
                    <a:pt x="50" y="611"/>
                  </a:lnTo>
                  <a:lnTo>
                    <a:pt x="114" y="611"/>
                  </a:lnTo>
                  <a:lnTo>
                    <a:pt x="104" y="555"/>
                  </a:lnTo>
                  <a:lnTo>
                    <a:pt x="120" y="515"/>
                  </a:lnTo>
                  <a:lnTo>
                    <a:pt x="150" y="449"/>
                  </a:lnTo>
                  <a:lnTo>
                    <a:pt x="166" y="377"/>
                  </a:lnTo>
                  <a:lnTo>
                    <a:pt x="156" y="295"/>
                  </a:lnTo>
                  <a:lnTo>
                    <a:pt x="170" y="203"/>
                  </a:lnTo>
                  <a:lnTo>
                    <a:pt x="212" y="95"/>
                  </a:lnTo>
                  <a:lnTo>
                    <a:pt x="213" y="0"/>
                  </a:lnTo>
                  <a:lnTo>
                    <a:pt x="207" y="0"/>
                  </a:lnTo>
                  <a:lnTo>
                    <a:pt x="201" y="0"/>
                  </a:lnTo>
                  <a:lnTo>
                    <a:pt x="195" y="0"/>
                  </a:lnTo>
                  <a:lnTo>
                    <a:pt x="189" y="0"/>
                  </a:lnTo>
                  <a:lnTo>
                    <a:pt x="183" y="6"/>
                  </a:lnTo>
                  <a:lnTo>
                    <a:pt x="177" y="6"/>
                  </a:lnTo>
                  <a:lnTo>
                    <a:pt x="171" y="12"/>
                  </a:lnTo>
                  <a:lnTo>
                    <a:pt x="171" y="12"/>
                  </a:lnTo>
                  <a:lnTo>
                    <a:pt x="171" y="12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ltGray">
            <a:xfrm>
              <a:off x="4292" y="3936"/>
              <a:ext cx="167" cy="384"/>
            </a:xfrm>
            <a:custGeom>
              <a:avLst/>
              <a:gdLst/>
              <a:ahLst/>
              <a:cxnLst>
                <a:cxn ang="0">
                  <a:pos x="149" y="60"/>
                </a:cxn>
                <a:cxn ang="0">
                  <a:pos x="119" y="30"/>
                </a:cxn>
                <a:cxn ang="0">
                  <a:pos x="89" y="12"/>
                </a:cxn>
                <a:cxn ang="0">
                  <a:pos x="59" y="0"/>
                </a:cxn>
                <a:cxn ang="0">
                  <a:pos x="54" y="70"/>
                </a:cxn>
                <a:cxn ang="0">
                  <a:pos x="46" y="112"/>
                </a:cxn>
                <a:cxn ang="0">
                  <a:pos x="52" y="168"/>
                </a:cxn>
                <a:cxn ang="0">
                  <a:pos x="24" y="194"/>
                </a:cxn>
                <a:cxn ang="0">
                  <a:pos x="16" y="258"/>
                </a:cxn>
                <a:cxn ang="0">
                  <a:pos x="2" y="300"/>
                </a:cxn>
                <a:cxn ang="0">
                  <a:pos x="0" y="352"/>
                </a:cxn>
                <a:cxn ang="0">
                  <a:pos x="47" y="384"/>
                </a:cxn>
                <a:cxn ang="0">
                  <a:pos x="149" y="384"/>
                </a:cxn>
                <a:cxn ang="0">
                  <a:pos x="134" y="350"/>
                </a:cxn>
                <a:cxn ang="0">
                  <a:pos x="104" y="324"/>
                </a:cxn>
                <a:cxn ang="0">
                  <a:pos x="138" y="274"/>
                </a:cxn>
                <a:cxn ang="0">
                  <a:pos x="122" y="220"/>
                </a:cxn>
                <a:cxn ang="0">
                  <a:pos x="132" y="186"/>
                </a:cxn>
                <a:cxn ang="0">
                  <a:pos x="140" y="154"/>
                </a:cxn>
                <a:cxn ang="0">
                  <a:pos x="167" y="90"/>
                </a:cxn>
                <a:cxn ang="0">
                  <a:pos x="149" y="60"/>
                </a:cxn>
                <a:cxn ang="0">
                  <a:pos x="149" y="60"/>
                </a:cxn>
                <a:cxn ang="0">
                  <a:pos x="149" y="60"/>
                </a:cxn>
              </a:cxnLst>
              <a:rect l="0" t="0" r="r" b="b"/>
              <a:pathLst>
                <a:path w="167" h="384">
                  <a:moveTo>
                    <a:pt x="149" y="60"/>
                  </a:moveTo>
                  <a:lnTo>
                    <a:pt x="119" y="30"/>
                  </a:lnTo>
                  <a:lnTo>
                    <a:pt x="89" y="12"/>
                  </a:lnTo>
                  <a:lnTo>
                    <a:pt x="59" y="0"/>
                  </a:lnTo>
                  <a:lnTo>
                    <a:pt x="54" y="70"/>
                  </a:lnTo>
                  <a:lnTo>
                    <a:pt x="46" y="112"/>
                  </a:lnTo>
                  <a:lnTo>
                    <a:pt x="52" y="168"/>
                  </a:lnTo>
                  <a:lnTo>
                    <a:pt x="24" y="194"/>
                  </a:lnTo>
                  <a:lnTo>
                    <a:pt x="16" y="258"/>
                  </a:lnTo>
                  <a:lnTo>
                    <a:pt x="2" y="300"/>
                  </a:lnTo>
                  <a:lnTo>
                    <a:pt x="0" y="352"/>
                  </a:lnTo>
                  <a:lnTo>
                    <a:pt x="47" y="384"/>
                  </a:lnTo>
                  <a:lnTo>
                    <a:pt x="149" y="384"/>
                  </a:lnTo>
                  <a:lnTo>
                    <a:pt x="134" y="350"/>
                  </a:lnTo>
                  <a:lnTo>
                    <a:pt x="104" y="324"/>
                  </a:lnTo>
                  <a:lnTo>
                    <a:pt x="138" y="274"/>
                  </a:lnTo>
                  <a:lnTo>
                    <a:pt x="122" y="220"/>
                  </a:lnTo>
                  <a:lnTo>
                    <a:pt x="132" y="186"/>
                  </a:lnTo>
                  <a:lnTo>
                    <a:pt x="140" y="154"/>
                  </a:lnTo>
                  <a:lnTo>
                    <a:pt x="167" y="90"/>
                  </a:lnTo>
                  <a:lnTo>
                    <a:pt x="149" y="60"/>
                  </a:lnTo>
                  <a:lnTo>
                    <a:pt x="149" y="60"/>
                  </a:lnTo>
                  <a:lnTo>
                    <a:pt x="149" y="60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ltGray">
            <a:xfrm>
              <a:off x="4100" y="4020"/>
              <a:ext cx="166" cy="300"/>
            </a:xfrm>
            <a:custGeom>
              <a:avLst/>
              <a:gdLst/>
              <a:ahLst/>
              <a:cxnLst>
                <a:cxn ang="0">
                  <a:pos x="136" y="12"/>
                </a:cxn>
                <a:cxn ang="0">
                  <a:pos x="100" y="0"/>
                </a:cxn>
                <a:cxn ang="0">
                  <a:pos x="78" y="64"/>
                </a:cxn>
                <a:cxn ang="0">
                  <a:pos x="70" y="126"/>
                </a:cxn>
                <a:cxn ang="0">
                  <a:pos x="46" y="184"/>
                </a:cxn>
                <a:cxn ang="0">
                  <a:pos x="58" y="232"/>
                </a:cxn>
                <a:cxn ang="0">
                  <a:pos x="38" y="268"/>
                </a:cxn>
                <a:cxn ang="0">
                  <a:pos x="0" y="300"/>
                </a:cxn>
                <a:cxn ang="0">
                  <a:pos x="160" y="300"/>
                </a:cxn>
                <a:cxn ang="0">
                  <a:pos x="136" y="272"/>
                </a:cxn>
                <a:cxn ang="0">
                  <a:pos x="98" y="234"/>
                </a:cxn>
                <a:cxn ang="0">
                  <a:pos x="130" y="188"/>
                </a:cxn>
                <a:cxn ang="0">
                  <a:pos x="138" y="134"/>
                </a:cxn>
                <a:cxn ang="0">
                  <a:pos x="144" y="94"/>
                </a:cxn>
                <a:cxn ang="0">
                  <a:pos x="164" y="60"/>
                </a:cxn>
                <a:cxn ang="0">
                  <a:pos x="166" y="0"/>
                </a:cxn>
                <a:cxn ang="0">
                  <a:pos x="136" y="12"/>
                </a:cxn>
                <a:cxn ang="0">
                  <a:pos x="136" y="12"/>
                </a:cxn>
                <a:cxn ang="0">
                  <a:pos x="136" y="12"/>
                </a:cxn>
              </a:cxnLst>
              <a:rect l="0" t="0" r="r" b="b"/>
              <a:pathLst>
                <a:path w="166" h="300">
                  <a:moveTo>
                    <a:pt x="136" y="12"/>
                  </a:moveTo>
                  <a:lnTo>
                    <a:pt x="100" y="0"/>
                  </a:lnTo>
                  <a:lnTo>
                    <a:pt x="78" y="64"/>
                  </a:lnTo>
                  <a:lnTo>
                    <a:pt x="70" y="126"/>
                  </a:lnTo>
                  <a:lnTo>
                    <a:pt x="46" y="184"/>
                  </a:lnTo>
                  <a:lnTo>
                    <a:pt x="58" y="232"/>
                  </a:lnTo>
                  <a:lnTo>
                    <a:pt x="38" y="268"/>
                  </a:lnTo>
                  <a:lnTo>
                    <a:pt x="0" y="300"/>
                  </a:lnTo>
                  <a:lnTo>
                    <a:pt x="160" y="300"/>
                  </a:lnTo>
                  <a:lnTo>
                    <a:pt x="136" y="272"/>
                  </a:lnTo>
                  <a:lnTo>
                    <a:pt x="98" y="234"/>
                  </a:lnTo>
                  <a:lnTo>
                    <a:pt x="130" y="188"/>
                  </a:lnTo>
                  <a:lnTo>
                    <a:pt x="138" y="134"/>
                  </a:lnTo>
                  <a:lnTo>
                    <a:pt x="144" y="94"/>
                  </a:lnTo>
                  <a:lnTo>
                    <a:pt x="164" y="60"/>
                  </a:lnTo>
                  <a:lnTo>
                    <a:pt x="166" y="0"/>
                  </a:lnTo>
                  <a:lnTo>
                    <a:pt x="136" y="12"/>
                  </a:lnTo>
                  <a:lnTo>
                    <a:pt x="136" y="12"/>
                  </a:lnTo>
                  <a:lnTo>
                    <a:pt x="136" y="12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ltGray">
            <a:xfrm>
              <a:off x="3910" y="4038"/>
              <a:ext cx="237" cy="282"/>
            </a:xfrm>
            <a:custGeom>
              <a:avLst/>
              <a:gdLst/>
              <a:ahLst/>
              <a:cxnLst>
                <a:cxn ang="0">
                  <a:pos x="201" y="0"/>
                </a:cxn>
                <a:cxn ang="0">
                  <a:pos x="183" y="0"/>
                </a:cxn>
                <a:cxn ang="0">
                  <a:pos x="158" y="50"/>
                </a:cxn>
                <a:cxn ang="0">
                  <a:pos x="148" y="92"/>
                </a:cxn>
                <a:cxn ang="0">
                  <a:pos x="120" y="144"/>
                </a:cxn>
                <a:cxn ang="0">
                  <a:pos x="82" y="182"/>
                </a:cxn>
                <a:cxn ang="0">
                  <a:pos x="60" y="232"/>
                </a:cxn>
                <a:cxn ang="0">
                  <a:pos x="0" y="282"/>
                </a:cxn>
                <a:cxn ang="0">
                  <a:pos x="128" y="282"/>
                </a:cxn>
                <a:cxn ang="0">
                  <a:pos x="154" y="254"/>
                </a:cxn>
                <a:cxn ang="0">
                  <a:pos x="158" y="196"/>
                </a:cxn>
                <a:cxn ang="0">
                  <a:pos x="188" y="148"/>
                </a:cxn>
                <a:cxn ang="0">
                  <a:pos x="196" y="70"/>
                </a:cxn>
                <a:cxn ang="0">
                  <a:pos x="237" y="0"/>
                </a:cxn>
                <a:cxn ang="0">
                  <a:pos x="201" y="0"/>
                </a:cxn>
                <a:cxn ang="0">
                  <a:pos x="201" y="0"/>
                </a:cxn>
                <a:cxn ang="0">
                  <a:pos x="201" y="0"/>
                </a:cxn>
              </a:cxnLst>
              <a:rect l="0" t="0" r="r" b="b"/>
              <a:pathLst>
                <a:path w="237" h="282">
                  <a:moveTo>
                    <a:pt x="201" y="0"/>
                  </a:moveTo>
                  <a:lnTo>
                    <a:pt x="183" y="0"/>
                  </a:lnTo>
                  <a:lnTo>
                    <a:pt x="158" y="50"/>
                  </a:lnTo>
                  <a:lnTo>
                    <a:pt x="148" y="92"/>
                  </a:lnTo>
                  <a:lnTo>
                    <a:pt x="120" y="144"/>
                  </a:lnTo>
                  <a:lnTo>
                    <a:pt x="82" y="182"/>
                  </a:lnTo>
                  <a:lnTo>
                    <a:pt x="60" y="232"/>
                  </a:lnTo>
                  <a:lnTo>
                    <a:pt x="0" y="282"/>
                  </a:lnTo>
                  <a:lnTo>
                    <a:pt x="128" y="282"/>
                  </a:lnTo>
                  <a:lnTo>
                    <a:pt x="154" y="254"/>
                  </a:lnTo>
                  <a:lnTo>
                    <a:pt x="158" y="196"/>
                  </a:lnTo>
                  <a:lnTo>
                    <a:pt x="188" y="148"/>
                  </a:lnTo>
                  <a:lnTo>
                    <a:pt x="196" y="70"/>
                  </a:lnTo>
                  <a:lnTo>
                    <a:pt x="237" y="0"/>
                  </a:lnTo>
                  <a:lnTo>
                    <a:pt x="201" y="0"/>
                  </a:lnTo>
                  <a:lnTo>
                    <a:pt x="201" y="0"/>
                  </a:lnTo>
                  <a:lnTo>
                    <a:pt x="201" y="0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ltGray">
            <a:xfrm>
              <a:off x="3674" y="4086"/>
              <a:ext cx="196" cy="234"/>
            </a:xfrm>
            <a:custGeom>
              <a:avLst/>
              <a:gdLst/>
              <a:ahLst/>
              <a:cxnLst>
                <a:cxn ang="0">
                  <a:pos x="167" y="54"/>
                </a:cxn>
                <a:cxn ang="0">
                  <a:pos x="113" y="24"/>
                </a:cxn>
                <a:cxn ang="0">
                  <a:pos x="83" y="0"/>
                </a:cxn>
                <a:cxn ang="0">
                  <a:pos x="80" y="62"/>
                </a:cxn>
                <a:cxn ang="0">
                  <a:pos x="58" y="100"/>
                </a:cxn>
                <a:cxn ang="0">
                  <a:pos x="54" y="160"/>
                </a:cxn>
                <a:cxn ang="0">
                  <a:pos x="36" y="202"/>
                </a:cxn>
                <a:cxn ang="0">
                  <a:pos x="0" y="234"/>
                </a:cxn>
                <a:cxn ang="0">
                  <a:pos x="146" y="234"/>
                </a:cxn>
                <a:cxn ang="0">
                  <a:pos x="170" y="198"/>
                </a:cxn>
                <a:cxn ang="0">
                  <a:pos x="158" y="138"/>
                </a:cxn>
                <a:cxn ang="0">
                  <a:pos x="196" y="100"/>
                </a:cxn>
                <a:cxn ang="0">
                  <a:pos x="191" y="54"/>
                </a:cxn>
                <a:cxn ang="0">
                  <a:pos x="167" y="54"/>
                </a:cxn>
                <a:cxn ang="0">
                  <a:pos x="167" y="54"/>
                </a:cxn>
                <a:cxn ang="0">
                  <a:pos x="167" y="54"/>
                </a:cxn>
              </a:cxnLst>
              <a:rect l="0" t="0" r="r" b="b"/>
              <a:pathLst>
                <a:path w="196" h="234">
                  <a:moveTo>
                    <a:pt x="167" y="54"/>
                  </a:moveTo>
                  <a:lnTo>
                    <a:pt x="113" y="24"/>
                  </a:lnTo>
                  <a:lnTo>
                    <a:pt x="83" y="0"/>
                  </a:lnTo>
                  <a:lnTo>
                    <a:pt x="80" y="62"/>
                  </a:lnTo>
                  <a:lnTo>
                    <a:pt x="58" y="100"/>
                  </a:lnTo>
                  <a:lnTo>
                    <a:pt x="54" y="160"/>
                  </a:lnTo>
                  <a:lnTo>
                    <a:pt x="36" y="202"/>
                  </a:lnTo>
                  <a:lnTo>
                    <a:pt x="0" y="234"/>
                  </a:lnTo>
                  <a:lnTo>
                    <a:pt x="146" y="234"/>
                  </a:lnTo>
                  <a:lnTo>
                    <a:pt x="170" y="198"/>
                  </a:lnTo>
                  <a:lnTo>
                    <a:pt x="158" y="138"/>
                  </a:lnTo>
                  <a:lnTo>
                    <a:pt x="196" y="100"/>
                  </a:lnTo>
                  <a:lnTo>
                    <a:pt x="191" y="54"/>
                  </a:lnTo>
                  <a:lnTo>
                    <a:pt x="167" y="54"/>
                  </a:lnTo>
                  <a:lnTo>
                    <a:pt x="167" y="54"/>
                  </a:lnTo>
                  <a:lnTo>
                    <a:pt x="167" y="54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ltGray">
            <a:xfrm>
              <a:off x="3476" y="4068"/>
              <a:ext cx="190" cy="252"/>
            </a:xfrm>
            <a:custGeom>
              <a:avLst/>
              <a:gdLst/>
              <a:ahLst/>
              <a:cxnLst>
                <a:cxn ang="0">
                  <a:pos x="190" y="0"/>
                </a:cxn>
                <a:cxn ang="0">
                  <a:pos x="166" y="0"/>
                </a:cxn>
                <a:cxn ang="0">
                  <a:pos x="158" y="38"/>
                </a:cxn>
                <a:cxn ang="0">
                  <a:pos x="138" y="120"/>
                </a:cxn>
                <a:cxn ang="0">
                  <a:pos x="94" y="180"/>
                </a:cxn>
                <a:cxn ang="0">
                  <a:pos x="62" y="234"/>
                </a:cxn>
                <a:cxn ang="0">
                  <a:pos x="0" y="252"/>
                </a:cxn>
                <a:cxn ang="0">
                  <a:pos x="128" y="252"/>
                </a:cxn>
                <a:cxn ang="0">
                  <a:pos x="142" y="188"/>
                </a:cxn>
                <a:cxn ang="0">
                  <a:pos x="186" y="90"/>
                </a:cxn>
                <a:cxn ang="0">
                  <a:pos x="190" y="38"/>
                </a:cxn>
                <a:cxn ang="0">
                  <a:pos x="190" y="0"/>
                </a:cxn>
                <a:cxn ang="0">
                  <a:pos x="190" y="0"/>
                </a:cxn>
                <a:cxn ang="0">
                  <a:pos x="190" y="0"/>
                </a:cxn>
                <a:cxn ang="0">
                  <a:pos x="190" y="0"/>
                </a:cxn>
              </a:cxnLst>
              <a:rect l="0" t="0" r="r" b="b"/>
              <a:pathLst>
                <a:path w="190" h="252">
                  <a:moveTo>
                    <a:pt x="190" y="0"/>
                  </a:moveTo>
                  <a:lnTo>
                    <a:pt x="166" y="0"/>
                  </a:lnTo>
                  <a:lnTo>
                    <a:pt x="158" y="38"/>
                  </a:lnTo>
                  <a:lnTo>
                    <a:pt x="138" y="120"/>
                  </a:lnTo>
                  <a:lnTo>
                    <a:pt x="94" y="180"/>
                  </a:lnTo>
                  <a:lnTo>
                    <a:pt x="62" y="234"/>
                  </a:lnTo>
                  <a:lnTo>
                    <a:pt x="0" y="252"/>
                  </a:lnTo>
                  <a:lnTo>
                    <a:pt x="128" y="252"/>
                  </a:lnTo>
                  <a:lnTo>
                    <a:pt x="142" y="188"/>
                  </a:lnTo>
                  <a:lnTo>
                    <a:pt x="186" y="90"/>
                  </a:lnTo>
                  <a:lnTo>
                    <a:pt x="190" y="38"/>
                  </a:lnTo>
                  <a:lnTo>
                    <a:pt x="190" y="0"/>
                  </a:lnTo>
                  <a:lnTo>
                    <a:pt x="190" y="0"/>
                  </a:lnTo>
                  <a:lnTo>
                    <a:pt x="190" y="0"/>
                  </a:lnTo>
                  <a:lnTo>
                    <a:pt x="190" y="0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ltGray">
            <a:xfrm>
              <a:off x="3170" y="4188"/>
              <a:ext cx="230" cy="132"/>
            </a:xfrm>
            <a:custGeom>
              <a:avLst/>
              <a:gdLst/>
              <a:ahLst/>
              <a:cxnLst>
                <a:cxn ang="0">
                  <a:pos x="197" y="0"/>
                </a:cxn>
                <a:cxn ang="0">
                  <a:pos x="191" y="0"/>
                </a:cxn>
                <a:cxn ang="0">
                  <a:pos x="185" y="0"/>
                </a:cxn>
                <a:cxn ang="0">
                  <a:pos x="173" y="0"/>
                </a:cxn>
                <a:cxn ang="0">
                  <a:pos x="161" y="0"/>
                </a:cxn>
                <a:cxn ang="0">
                  <a:pos x="155" y="0"/>
                </a:cxn>
                <a:cxn ang="0">
                  <a:pos x="138" y="6"/>
                </a:cxn>
                <a:cxn ang="0">
                  <a:pos x="132" y="6"/>
                </a:cxn>
                <a:cxn ang="0">
                  <a:pos x="35" y="18"/>
                </a:cxn>
                <a:cxn ang="0">
                  <a:pos x="11" y="30"/>
                </a:cxn>
                <a:cxn ang="0">
                  <a:pos x="23" y="54"/>
                </a:cxn>
                <a:cxn ang="0">
                  <a:pos x="0" y="100"/>
                </a:cxn>
                <a:cxn ang="0">
                  <a:pos x="0" y="132"/>
                </a:cxn>
                <a:cxn ang="0">
                  <a:pos x="162" y="132"/>
                </a:cxn>
                <a:cxn ang="0">
                  <a:pos x="204" y="88"/>
                </a:cxn>
                <a:cxn ang="0">
                  <a:pos x="230" y="46"/>
                </a:cxn>
                <a:cxn ang="0">
                  <a:pos x="214" y="24"/>
                </a:cxn>
                <a:cxn ang="0">
                  <a:pos x="215" y="0"/>
                </a:cxn>
                <a:cxn ang="0">
                  <a:pos x="209" y="0"/>
                </a:cxn>
                <a:cxn ang="0">
                  <a:pos x="203" y="0"/>
                </a:cxn>
                <a:cxn ang="0">
                  <a:pos x="203" y="0"/>
                </a:cxn>
                <a:cxn ang="0">
                  <a:pos x="197" y="0"/>
                </a:cxn>
                <a:cxn ang="0">
                  <a:pos x="197" y="0"/>
                </a:cxn>
                <a:cxn ang="0">
                  <a:pos x="197" y="0"/>
                </a:cxn>
              </a:cxnLst>
              <a:rect l="0" t="0" r="r" b="b"/>
              <a:pathLst>
                <a:path w="230" h="132">
                  <a:moveTo>
                    <a:pt x="197" y="0"/>
                  </a:moveTo>
                  <a:lnTo>
                    <a:pt x="191" y="0"/>
                  </a:lnTo>
                  <a:lnTo>
                    <a:pt x="185" y="0"/>
                  </a:lnTo>
                  <a:lnTo>
                    <a:pt x="173" y="0"/>
                  </a:lnTo>
                  <a:lnTo>
                    <a:pt x="161" y="0"/>
                  </a:lnTo>
                  <a:lnTo>
                    <a:pt x="155" y="0"/>
                  </a:lnTo>
                  <a:lnTo>
                    <a:pt x="138" y="6"/>
                  </a:lnTo>
                  <a:lnTo>
                    <a:pt x="132" y="6"/>
                  </a:lnTo>
                  <a:lnTo>
                    <a:pt x="35" y="18"/>
                  </a:lnTo>
                  <a:lnTo>
                    <a:pt x="11" y="30"/>
                  </a:lnTo>
                  <a:lnTo>
                    <a:pt x="23" y="54"/>
                  </a:lnTo>
                  <a:lnTo>
                    <a:pt x="0" y="100"/>
                  </a:lnTo>
                  <a:lnTo>
                    <a:pt x="0" y="132"/>
                  </a:lnTo>
                  <a:lnTo>
                    <a:pt x="162" y="132"/>
                  </a:lnTo>
                  <a:lnTo>
                    <a:pt x="204" y="88"/>
                  </a:lnTo>
                  <a:lnTo>
                    <a:pt x="230" y="46"/>
                  </a:lnTo>
                  <a:lnTo>
                    <a:pt x="214" y="24"/>
                  </a:lnTo>
                  <a:lnTo>
                    <a:pt x="215" y="0"/>
                  </a:lnTo>
                  <a:lnTo>
                    <a:pt x="209" y="0"/>
                  </a:lnTo>
                  <a:lnTo>
                    <a:pt x="203" y="0"/>
                  </a:lnTo>
                  <a:lnTo>
                    <a:pt x="203" y="0"/>
                  </a:lnTo>
                  <a:lnTo>
                    <a:pt x="197" y="0"/>
                  </a:lnTo>
                  <a:lnTo>
                    <a:pt x="197" y="0"/>
                  </a:lnTo>
                  <a:lnTo>
                    <a:pt x="197" y="0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ltGray">
            <a:xfrm>
              <a:off x="3044" y="4218"/>
              <a:ext cx="89" cy="102"/>
            </a:xfrm>
            <a:custGeom>
              <a:avLst/>
              <a:gdLst/>
              <a:ahLst/>
              <a:cxnLst>
                <a:cxn ang="0">
                  <a:pos x="71" y="0"/>
                </a:cxn>
                <a:cxn ang="0">
                  <a:pos x="66" y="48"/>
                </a:cxn>
                <a:cxn ang="0">
                  <a:pos x="30" y="72"/>
                </a:cxn>
                <a:cxn ang="0">
                  <a:pos x="0" y="102"/>
                </a:cxn>
                <a:cxn ang="0">
                  <a:pos x="66" y="102"/>
                </a:cxn>
                <a:cxn ang="0">
                  <a:pos x="88" y="56"/>
                </a:cxn>
                <a:cxn ang="0">
                  <a:pos x="89" y="6"/>
                </a:cxn>
                <a:cxn ang="0">
                  <a:pos x="71" y="0"/>
                </a:cxn>
                <a:cxn ang="0">
                  <a:pos x="71" y="0"/>
                </a:cxn>
                <a:cxn ang="0">
                  <a:pos x="71" y="0"/>
                </a:cxn>
              </a:cxnLst>
              <a:rect l="0" t="0" r="r" b="b"/>
              <a:pathLst>
                <a:path w="89" h="102">
                  <a:moveTo>
                    <a:pt x="71" y="0"/>
                  </a:moveTo>
                  <a:lnTo>
                    <a:pt x="66" y="48"/>
                  </a:lnTo>
                  <a:lnTo>
                    <a:pt x="30" y="72"/>
                  </a:lnTo>
                  <a:lnTo>
                    <a:pt x="0" y="102"/>
                  </a:lnTo>
                  <a:lnTo>
                    <a:pt x="66" y="102"/>
                  </a:lnTo>
                  <a:lnTo>
                    <a:pt x="88" y="56"/>
                  </a:lnTo>
                  <a:lnTo>
                    <a:pt x="89" y="6"/>
                  </a:lnTo>
                  <a:lnTo>
                    <a:pt x="71" y="0"/>
                  </a:lnTo>
                  <a:lnTo>
                    <a:pt x="71" y="0"/>
                  </a:lnTo>
                  <a:lnTo>
                    <a:pt x="71" y="0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ltGray">
            <a:xfrm>
              <a:off x="5482" y="3367"/>
              <a:ext cx="278" cy="953"/>
            </a:xfrm>
            <a:custGeom>
              <a:avLst/>
              <a:gdLst/>
              <a:ahLst/>
              <a:cxnLst>
                <a:cxn ang="0">
                  <a:pos x="278" y="24"/>
                </a:cxn>
                <a:cxn ang="0">
                  <a:pos x="272" y="24"/>
                </a:cxn>
                <a:cxn ang="0">
                  <a:pos x="272" y="18"/>
                </a:cxn>
                <a:cxn ang="0">
                  <a:pos x="266" y="18"/>
                </a:cxn>
                <a:cxn ang="0">
                  <a:pos x="254" y="12"/>
                </a:cxn>
                <a:cxn ang="0">
                  <a:pos x="236" y="6"/>
                </a:cxn>
                <a:cxn ang="0">
                  <a:pos x="212" y="0"/>
                </a:cxn>
                <a:cxn ang="0">
                  <a:pos x="206" y="6"/>
                </a:cxn>
                <a:cxn ang="0">
                  <a:pos x="198" y="129"/>
                </a:cxn>
                <a:cxn ang="0">
                  <a:pos x="184" y="209"/>
                </a:cxn>
                <a:cxn ang="0">
                  <a:pos x="182" y="249"/>
                </a:cxn>
                <a:cxn ang="0">
                  <a:pos x="200" y="339"/>
                </a:cxn>
                <a:cxn ang="0">
                  <a:pos x="186" y="481"/>
                </a:cxn>
                <a:cxn ang="0">
                  <a:pos x="176" y="521"/>
                </a:cxn>
                <a:cxn ang="0">
                  <a:pos x="156" y="601"/>
                </a:cxn>
                <a:cxn ang="0">
                  <a:pos x="172" y="681"/>
                </a:cxn>
                <a:cxn ang="0">
                  <a:pos x="138" y="765"/>
                </a:cxn>
                <a:cxn ang="0">
                  <a:pos x="96" y="847"/>
                </a:cxn>
                <a:cxn ang="0">
                  <a:pos x="50" y="899"/>
                </a:cxn>
                <a:cxn ang="0">
                  <a:pos x="0" y="953"/>
                </a:cxn>
                <a:cxn ang="0">
                  <a:pos x="278" y="953"/>
                </a:cxn>
                <a:cxn ang="0">
                  <a:pos x="278" y="24"/>
                </a:cxn>
                <a:cxn ang="0">
                  <a:pos x="278" y="24"/>
                </a:cxn>
                <a:cxn ang="0">
                  <a:pos x="278" y="24"/>
                </a:cxn>
              </a:cxnLst>
              <a:rect l="0" t="0" r="r" b="b"/>
              <a:pathLst>
                <a:path w="278" h="953">
                  <a:moveTo>
                    <a:pt x="278" y="24"/>
                  </a:moveTo>
                  <a:lnTo>
                    <a:pt x="272" y="24"/>
                  </a:lnTo>
                  <a:lnTo>
                    <a:pt x="272" y="18"/>
                  </a:lnTo>
                  <a:lnTo>
                    <a:pt x="266" y="18"/>
                  </a:lnTo>
                  <a:lnTo>
                    <a:pt x="254" y="12"/>
                  </a:lnTo>
                  <a:lnTo>
                    <a:pt x="236" y="6"/>
                  </a:lnTo>
                  <a:lnTo>
                    <a:pt x="212" y="0"/>
                  </a:lnTo>
                  <a:lnTo>
                    <a:pt x="206" y="6"/>
                  </a:lnTo>
                  <a:lnTo>
                    <a:pt x="198" y="129"/>
                  </a:lnTo>
                  <a:lnTo>
                    <a:pt x="184" y="209"/>
                  </a:lnTo>
                  <a:lnTo>
                    <a:pt x="182" y="249"/>
                  </a:lnTo>
                  <a:lnTo>
                    <a:pt x="200" y="339"/>
                  </a:lnTo>
                  <a:lnTo>
                    <a:pt x="186" y="481"/>
                  </a:lnTo>
                  <a:lnTo>
                    <a:pt x="176" y="521"/>
                  </a:lnTo>
                  <a:lnTo>
                    <a:pt x="156" y="601"/>
                  </a:lnTo>
                  <a:lnTo>
                    <a:pt x="172" y="681"/>
                  </a:lnTo>
                  <a:lnTo>
                    <a:pt x="138" y="765"/>
                  </a:lnTo>
                  <a:lnTo>
                    <a:pt x="96" y="847"/>
                  </a:lnTo>
                  <a:lnTo>
                    <a:pt x="50" y="899"/>
                  </a:lnTo>
                  <a:lnTo>
                    <a:pt x="0" y="953"/>
                  </a:lnTo>
                  <a:lnTo>
                    <a:pt x="278" y="953"/>
                  </a:lnTo>
                  <a:lnTo>
                    <a:pt x="278" y="24"/>
                  </a:lnTo>
                  <a:lnTo>
                    <a:pt x="278" y="24"/>
                  </a:lnTo>
                  <a:lnTo>
                    <a:pt x="278" y="24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33810" name="Rectangle 18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00200"/>
            <a:ext cx="7772400" cy="1828800"/>
          </a:xfrm>
        </p:spPr>
        <p:txBody>
          <a:bodyPr anchor="b"/>
          <a:lstStyle>
            <a:lvl1pPr>
              <a:defRPr sz="57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3811" name="Rectangle 19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7338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600"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20" name="Rectangle 20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" name="Rectangle 2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Rectangle 2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A8F374-9703-4023-B73D-7E39F5B99A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F55458-F109-4418-8018-4E4D511DEB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2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56AA14-8EB6-4596-8CA4-33DF2D2C88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2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5F5868-6895-4A0C-9EA4-E0379DEADC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2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D87B97-6D7D-46B0-B506-BD68FAC69E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2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FA213A-D4BE-4689-B611-8BE2EEE292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2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CF5F2C-3809-4AE8-9D6B-D74DC1AC90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2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ECB27F-12A2-49C6-AAD5-9A823F0666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F39301-1812-493E-AF8B-8DEA93FDCC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D85771-3B23-46A4-AB18-5AB3C9FA7D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tint val="63529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4716463" y="5345113"/>
            <a:ext cx="4427537" cy="1512887"/>
            <a:chOff x="2971" y="3367"/>
            <a:chExt cx="2789" cy="953"/>
          </a:xfrm>
        </p:grpSpPr>
        <p:sp>
          <p:nvSpPr>
            <p:cNvPr id="32771" name="Freeform 3"/>
            <p:cNvSpPr>
              <a:spLocks/>
            </p:cNvSpPr>
            <p:nvPr/>
          </p:nvSpPr>
          <p:spPr bwMode="ltGray">
            <a:xfrm>
              <a:off x="2971" y="3367"/>
              <a:ext cx="2789" cy="953"/>
            </a:xfrm>
            <a:custGeom>
              <a:avLst/>
              <a:gdLst/>
              <a:ahLst/>
              <a:cxnLst>
                <a:cxn ang="0">
                  <a:pos x="2768" y="18"/>
                </a:cxn>
                <a:cxn ang="0">
                  <a:pos x="2678" y="24"/>
                </a:cxn>
                <a:cxn ang="0">
                  <a:pos x="2613" y="102"/>
                </a:cxn>
                <a:cxn ang="0">
                  <a:pos x="2511" y="156"/>
                </a:cxn>
                <a:cxn ang="0">
                  <a:pos x="2505" y="222"/>
                </a:cxn>
                <a:cxn ang="0">
                  <a:pos x="2487" y="246"/>
                </a:cxn>
                <a:cxn ang="0">
                  <a:pos x="2469" y="252"/>
                </a:cxn>
                <a:cxn ang="0">
                  <a:pos x="2397" y="210"/>
                </a:cxn>
                <a:cxn ang="0">
                  <a:pos x="2260" y="192"/>
                </a:cxn>
                <a:cxn ang="0">
                  <a:pos x="2236" y="186"/>
                </a:cxn>
                <a:cxn ang="0">
                  <a:pos x="2218" y="192"/>
                </a:cxn>
                <a:cxn ang="0">
                  <a:pos x="2146" y="228"/>
                </a:cxn>
                <a:cxn ang="0">
                  <a:pos x="2110" y="240"/>
                </a:cxn>
                <a:cxn ang="0">
                  <a:pos x="2086" y="246"/>
                </a:cxn>
                <a:cxn ang="0">
                  <a:pos x="2074" y="258"/>
                </a:cxn>
                <a:cxn ang="0">
                  <a:pos x="2074" y="276"/>
                </a:cxn>
                <a:cxn ang="0">
                  <a:pos x="2051" y="300"/>
                </a:cxn>
                <a:cxn ang="0">
                  <a:pos x="2033" y="312"/>
                </a:cxn>
                <a:cxn ang="0">
                  <a:pos x="2021" y="324"/>
                </a:cxn>
                <a:cxn ang="0">
                  <a:pos x="2009" y="336"/>
                </a:cxn>
                <a:cxn ang="0">
                  <a:pos x="1979" y="342"/>
                </a:cxn>
                <a:cxn ang="0">
                  <a:pos x="1913" y="336"/>
                </a:cxn>
                <a:cxn ang="0">
                  <a:pos x="1877" y="330"/>
                </a:cxn>
                <a:cxn ang="0">
                  <a:pos x="1865" y="342"/>
                </a:cxn>
                <a:cxn ang="0">
                  <a:pos x="1853" y="354"/>
                </a:cxn>
                <a:cxn ang="0">
                  <a:pos x="1823" y="360"/>
                </a:cxn>
                <a:cxn ang="0">
                  <a:pos x="1764" y="342"/>
                </a:cxn>
                <a:cxn ang="0">
                  <a:pos x="1740" y="342"/>
                </a:cxn>
                <a:cxn ang="0">
                  <a:pos x="1716" y="354"/>
                </a:cxn>
                <a:cxn ang="0">
                  <a:pos x="1656" y="425"/>
                </a:cxn>
                <a:cxn ang="0">
                  <a:pos x="1614" y="569"/>
                </a:cxn>
                <a:cxn ang="0">
                  <a:pos x="1614" y="593"/>
                </a:cxn>
                <a:cxn ang="0">
                  <a:pos x="1620" y="641"/>
                </a:cxn>
                <a:cxn ang="0">
                  <a:pos x="1638" y="659"/>
                </a:cxn>
                <a:cxn ang="0">
                  <a:pos x="1632" y="671"/>
                </a:cxn>
                <a:cxn ang="0">
                  <a:pos x="1620" y="683"/>
                </a:cxn>
                <a:cxn ang="0">
                  <a:pos x="1542" y="689"/>
                </a:cxn>
                <a:cxn ang="0">
                  <a:pos x="1465" y="629"/>
                </a:cxn>
                <a:cxn ang="0">
                  <a:pos x="1333" y="587"/>
                </a:cxn>
                <a:cxn ang="0">
                  <a:pos x="1184" y="671"/>
                </a:cxn>
                <a:cxn ang="0">
                  <a:pos x="1016" y="731"/>
                </a:cxn>
                <a:cxn ang="0">
                  <a:pos x="813" y="743"/>
                </a:cxn>
                <a:cxn ang="0">
                  <a:pos x="628" y="701"/>
                </a:cxn>
                <a:cxn ang="0">
                  <a:pos x="568" y="695"/>
                </a:cxn>
                <a:cxn ang="0">
                  <a:pos x="556" y="701"/>
                </a:cxn>
                <a:cxn ang="0">
                  <a:pos x="520" y="731"/>
                </a:cxn>
                <a:cxn ang="0">
                  <a:pos x="436" y="809"/>
                </a:cxn>
                <a:cxn ang="0">
                  <a:pos x="406" y="821"/>
                </a:cxn>
                <a:cxn ang="0">
                  <a:pos x="382" y="821"/>
                </a:cxn>
                <a:cxn ang="0">
                  <a:pos x="335" y="827"/>
                </a:cxn>
                <a:cxn ang="0">
                  <a:pos x="209" y="851"/>
                </a:cxn>
                <a:cxn ang="0">
                  <a:pos x="173" y="857"/>
                </a:cxn>
                <a:cxn ang="0">
                  <a:pos x="125" y="851"/>
                </a:cxn>
                <a:cxn ang="0">
                  <a:pos x="107" y="857"/>
                </a:cxn>
                <a:cxn ang="0">
                  <a:pos x="101" y="875"/>
                </a:cxn>
                <a:cxn ang="0">
                  <a:pos x="83" y="887"/>
                </a:cxn>
                <a:cxn ang="0">
                  <a:pos x="48" y="899"/>
                </a:cxn>
                <a:cxn ang="0">
                  <a:pos x="2780" y="24"/>
                </a:cxn>
              </a:cxnLst>
              <a:rect l="0" t="0" r="r" b="b"/>
              <a:pathLst>
                <a:path w="2780" h="953">
                  <a:moveTo>
                    <a:pt x="2780" y="24"/>
                  </a:moveTo>
                  <a:lnTo>
                    <a:pt x="2774" y="24"/>
                  </a:lnTo>
                  <a:lnTo>
                    <a:pt x="2774" y="18"/>
                  </a:lnTo>
                  <a:lnTo>
                    <a:pt x="2768" y="18"/>
                  </a:lnTo>
                  <a:lnTo>
                    <a:pt x="2756" y="12"/>
                  </a:lnTo>
                  <a:lnTo>
                    <a:pt x="2738" y="6"/>
                  </a:lnTo>
                  <a:lnTo>
                    <a:pt x="2714" y="0"/>
                  </a:lnTo>
                  <a:lnTo>
                    <a:pt x="2678" y="24"/>
                  </a:lnTo>
                  <a:lnTo>
                    <a:pt x="2643" y="54"/>
                  </a:lnTo>
                  <a:lnTo>
                    <a:pt x="2619" y="90"/>
                  </a:lnTo>
                  <a:lnTo>
                    <a:pt x="2613" y="96"/>
                  </a:lnTo>
                  <a:lnTo>
                    <a:pt x="2613" y="102"/>
                  </a:lnTo>
                  <a:lnTo>
                    <a:pt x="2601" y="108"/>
                  </a:lnTo>
                  <a:lnTo>
                    <a:pt x="2583" y="120"/>
                  </a:lnTo>
                  <a:lnTo>
                    <a:pt x="2541" y="132"/>
                  </a:lnTo>
                  <a:lnTo>
                    <a:pt x="2511" y="156"/>
                  </a:lnTo>
                  <a:lnTo>
                    <a:pt x="2511" y="204"/>
                  </a:lnTo>
                  <a:lnTo>
                    <a:pt x="2511" y="210"/>
                  </a:lnTo>
                  <a:lnTo>
                    <a:pt x="2505" y="216"/>
                  </a:lnTo>
                  <a:lnTo>
                    <a:pt x="2505" y="222"/>
                  </a:lnTo>
                  <a:lnTo>
                    <a:pt x="2499" y="228"/>
                  </a:lnTo>
                  <a:lnTo>
                    <a:pt x="2499" y="240"/>
                  </a:lnTo>
                  <a:lnTo>
                    <a:pt x="2493" y="246"/>
                  </a:lnTo>
                  <a:lnTo>
                    <a:pt x="2487" y="246"/>
                  </a:lnTo>
                  <a:lnTo>
                    <a:pt x="2487" y="252"/>
                  </a:lnTo>
                  <a:lnTo>
                    <a:pt x="2481" y="252"/>
                  </a:lnTo>
                  <a:lnTo>
                    <a:pt x="2475" y="252"/>
                  </a:lnTo>
                  <a:lnTo>
                    <a:pt x="2469" y="252"/>
                  </a:lnTo>
                  <a:lnTo>
                    <a:pt x="2457" y="252"/>
                  </a:lnTo>
                  <a:lnTo>
                    <a:pt x="2439" y="258"/>
                  </a:lnTo>
                  <a:lnTo>
                    <a:pt x="2415" y="222"/>
                  </a:lnTo>
                  <a:lnTo>
                    <a:pt x="2397" y="210"/>
                  </a:lnTo>
                  <a:lnTo>
                    <a:pt x="2373" y="216"/>
                  </a:lnTo>
                  <a:lnTo>
                    <a:pt x="2332" y="216"/>
                  </a:lnTo>
                  <a:lnTo>
                    <a:pt x="2296" y="204"/>
                  </a:lnTo>
                  <a:lnTo>
                    <a:pt x="2260" y="192"/>
                  </a:lnTo>
                  <a:lnTo>
                    <a:pt x="2260" y="192"/>
                  </a:lnTo>
                  <a:lnTo>
                    <a:pt x="2248" y="186"/>
                  </a:lnTo>
                  <a:lnTo>
                    <a:pt x="2242" y="186"/>
                  </a:lnTo>
                  <a:lnTo>
                    <a:pt x="2236" y="186"/>
                  </a:lnTo>
                  <a:lnTo>
                    <a:pt x="2230" y="186"/>
                  </a:lnTo>
                  <a:lnTo>
                    <a:pt x="2224" y="192"/>
                  </a:lnTo>
                  <a:lnTo>
                    <a:pt x="2224" y="192"/>
                  </a:lnTo>
                  <a:lnTo>
                    <a:pt x="2218" y="192"/>
                  </a:lnTo>
                  <a:lnTo>
                    <a:pt x="2212" y="198"/>
                  </a:lnTo>
                  <a:lnTo>
                    <a:pt x="2194" y="204"/>
                  </a:lnTo>
                  <a:lnTo>
                    <a:pt x="2170" y="210"/>
                  </a:lnTo>
                  <a:lnTo>
                    <a:pt x="2146" y="228"/>
                  </a:lnTo>
                  <a:lnTo>
                    <a:pt x="2122" y="240"/>
                  </a:lnTo>
                  <a:lnTo>
                    <a:pt x="2116" y="240"/>
                  </a:lnTo>
                  <a:lnTo>
                    <a:pt x="2110" y="240"/>
                  </a:lnTo>
                  <a:lnTo>
                    <a:pt x="2110" y="240"/>
                  </a:lnTo>
                  <a:lnTo>
                    <a:pt x="2104" y="240"/>
                  </a:lnTo>
                  <a:lnTo>
                    <a:pt x="2098" y="246"/>
                  </a:lnTo>
                  <a:lnTo>
                    <a:pt x="2092" y="246"/>
                  </a:lnTo>
                  <a:lnTo>
                    <a:pt x="2086" y="246"/>
                  </a:lnTo>
                  <a:lnTo>
                    <a:pt x="2080" y="252"/>
                  </a:lnTo>
                  <a:lnTo>
                    <a:pt x="2080" y="258"/>
                  </a:lnTo>
                  <a:lnTo>
                    <a:pt x="2074" y="258"/>
                  </a:lnTo>
                  <a:lnTo>
                    <a:pt x="2074" y="258"/>
                  </a:lnTo>
                  <a:lnTo>
                    <a:pt x="2074" y="264"/>
                  </a:lnTo>
                  <a:lnTo>
                    <a:pt x="2074" y="264"/>
                  </a:lnTo>
                  <a:lnTo>
                    <a:pt x="2074" y="270"/>
                  </a:lnTo>
                  <a:lnTo>
                    <a:pt x="2074" y="276"/>
                  </a:lnTo>
                  <a:lnTo>
                    <a:pt x="2069" y="288"/>
                  </a:lnTo>
                  <a:lnTo>
                    <a:pt x="2057" y="300"/>
                  </a:lnTo>
                  <a:lnTo>
                    <a:pt x="2057" y="300"/>
                  </a:lnTo>
                  <a:lnTo>
                    <a:pt x="2051" y="300"/>
                  </a:lnTo>
                  <a:lnTo>
                    <a:pt x="2045" y="300"/>
                  </a:lnTo>
                  <a:lnTo>
                    <a:pt x="2039" y="306"/>
                  </a:lnTo>
                  <a:lnTo>
                    <a:pt x="2033" y="306"/>
                  </a:lnTo>
                  <a:lnTo>
                    <a:pt x="2033" y="312"/>
                  </a:lnTo>
                  <a:lnTo>
                    <a:pt x="2027" y="312"/>
                  </a:lnTo>
                  <a:lnTo>
                    <a:pt x="2027" y="318"/>
                  </a:lnTo>
                  <a:lnTo>
                    <a:pt x="2027" y="318"/>
                  </a:lnTo>
                  <a:lnTo>
                    <a:pt x="2021" y="324"/>
                  </a:lnTo>
                  <a:lnTo>
                    <a:pt x="2021" y="324"/>
                  </a:lnTo>
                  <a:lnTo>
                    <a:pt x="2015" y="330"/>
                  </a:lnTo>
                  <a:lnTo>
                    <a:pt x="2015" y="330"/>
                  </a:lnTo>
                  <a:lnTo>
                    <a:pt x="2009" y="336"/>
                  </a:lnTo>
                  <a:lnTo>
                    <a:pt x="1997" y="336"/>
                  </a:lnTo>
                  <a:lnTo>
                    <a:pt x="1991" y="342"/>
                  </a:lnTo>
                  <a:lnTo>
                    <a:pt x="1985" y="342"/>
                  </a:lnTo>
                  <a:lnTo>
                    <a:pt x="1979" y="342"/>
                  </a:lnTo>
                  <a:lnTo>
                    <a:pt x="1961" y="336"/>
                  </a:lnTo>
                  <a:lnTo>
                    <a:pt x="1925" y="336"/>
                  </a:lnTo>
                  <a:lnTo>
                    <a:pt x="1919" y="336"/>
                  </a:lnTo>
                  <a:lnTo>
                    <a:pt x="1913" y="336"/>
                  </a:lnTo>
                  <a:lnTo>
                    <a:pt x="1895" y="330"/>
                  </a:lnTo>
                  <a:lnTo>
                    <a:pt x="1889" y="330"/>
                  </a:lnTo>
                  <a:lnTo>
                    <a:pt x="1883" y="330"/>
                  </a:lnTo>
                  <a:lnTo>
                    <a:pt x="1877" y="330"/>
                  </a:lnTo>
                  <a:lnTo>
                    <a:pt x="1877" y="330"/>
                  </a:lnTo>
                  <a:lnTo>
                    <a:pt x="1871" y="336"/>
                  </a:lnTo>
                  <a:lnTo>
                    <a:pt x="1871" y="336"/>
                  </a:lnTo>
                  <a:lnTo>
                    <a:pt x="1865" y="342"/>
                  </a:lnTo>
                  <a:lnTo>
                    <a:pt x="1865" y="342"/>
                  </a:lnTo>
                  <a:lnTo>
                    <a:pt x="1859" y="348"/>
                  </a:lnTo>
                  <a:lnTo>
                    <a:pt x="1859" y="348"/>
                  </a:lnTo>
                  <a:lnTo>
                    <a:pt x="1853" y="354"/>
                  </a:lnTo>
                  <a:lnTo>
                    <a:pt x="1847" y="354"/>
                  </a:lnTo>
                  <a:lnTo>
                    <a:pt x="1835" y="360"/>
                  </a:lnTo>
                  <a:lnTo>
                    <a:pt x="1829" y="360"/>
                  </a:lnTo>
                  <a:lnTo>
                    <a:pt x="1823" y="360"/>
                  </a:lnTo>
                  <a:lnTo>
                    <a:pt x="1817" y="360"/>
                  </a:lnTo>
                  <a:lnTo>
                    <a:pt x="1776" y="342"/>
                  </a:lnTo>
                  <a:lnTo>
                    <a:pt x="1770" y="342"/>
                  </a:lnTo>
                  <a:lnTo>
                    <a:pt x="1764" y="342"/>
                  </a:lnTo>
                  <a:lnTo>
                    <a:pt x="1758" y="342"/>
                  </a:lnTo>
                  <a:lnTo>
                    <a:pt x="1746" y="342"/>
                  </a:lnTo>
                  <a:lnTo>
                    <a:pt x="1746" y="342"/>
                  </a:lnTo>
                  <a:lnTo>
                    <a:pt x="1740" y="342"/>
                  </a:lnTo>
                  <a:lnTo>
                    <a:pt x="1734" y="342"/>
                  </a:lnTo>
                  <a:lnTo>
                    <a:pt x="1728" y="348"/>
                  </a:lnTo>
                  <a:lnTo>
                    <a:pt x="1722" y="348"/>
                  </a:lnTo>
                  <a:lnTo>
                    <a:pt x="1716" y="354"/>
                  </a:lnTo>
                  <a:lnTo>
                    <a:pt x="1704" y="366"/>
                  </a:lnTo>
                  <a:lnTo>
                    <a:pt x="1698" y="378"/>
                  </a:lnTo>
                  <a:lnTo>
                    <a:pt x="1674" y="402"/>
                  </a:lnTo>
                  <a:lnTo>
                    <a:pt x="1656" y="425"/>
                  </a:lnTo>
                  <a:lnTo>
                    <a:pt x="1632" y="461"/>
                  </a:lnTo>
                  <a:lnTo>
                    <a:pt x="1614" y="509"/>
                  </a:lnTo>
                  <a:lnTo>
                    <a:pt x="1614" y="563"/>
                  </a:lnTo>
                  <a:lnTo>
                    <a:pt x="1614" y="569"/>
                  </a:lnTo>
                  <a:lnTo>
                    <a:pt x="1614" y="575"/>
                  </a:lnTo>
                  <a:lnTo>
                    <a:pt x="1614" y="581"/>
                  </a:lnTo>
                  <a:lnTo>
                    <a:pt x="1614" y="587"/>
                  </a:lnTo>
                  <a:lnTo>
                    <a:pt x="1614" y="593"/>
                  </a:lnTo>
                  <a:lnTo>
                    <a:pt x="1614" y="599"/>
                  </a:lnTo>
                  <a:lnTo>
                    <a:pt x="1614" y="605"/>
                  </a:lnTo>
                  <a:lnTo>
                    <a:pt x="1614" y="617"/>
                  </a:lnTo>
                  <a:lnTo>
                    <a:pt x="1620" y="641"/>
                  </a:lnTo>
                  <a:lnTo>
                    <a:pt x="1626" y="641"/>
                  </a:lnTo>
                  <a:lnTo>
                    <a:pt x="1632" y="647"/>
                  </a:lnTo>
                  <a:lnTo>
                    <a:pt x="1632" y="659"/>
                  </a:lnTo>
                  <a:lnTo>
                    <a:pt x="1638" y="659"/>
                  </a:lnTo>
                  <a:lnTo>
                    <a:pt x="1638" y="665"/>
                  </a:lnTo>
                  <a:lnTo>
                    <a:pt x="1638" y="665"/>
                  </a:lnTo>
                  <a:lnTo>
                    <a:pt x="1638" y="671"/>
                  </a:lnTo>
                  <a:lnTo>
                    <a:pt x="1632" y="671"/>
                  </a:lnTo>
                  <a:lnTo>
                    <a:pt x="1632" y="677"/>
                  </a:lnTo>
                  <a:lnTo>
                    <a:pt x="1632" y="677"/>
                  </a:lnTo>
                  <a:lnTo>
                    <a:pt x="1626" y="677"/>
                  </a:lnTo>
                  <a:lnTo>
                    <a:pt x="1620" y="683"/>
                  </a:lnTo>
                  <a:lnTo>
                    <a:pt x="1596" y="689"/>
                  </a:lnTo>
                  <a:lnTo>
                    <a:pt x="1572" y="689"/>
                  </a:lnTo>
                  <a:lnTo>
                    <a:pt x="1548" y="689"/>
                  </a:lnTo>
                  <a:lnTo>
                    <a:pt x="1542" y="689"/>
                  </a:lnTo>
                  <a:lnTo>
                    <a:pt x="1536" y="689"/>
                  </a:lnTo>
                  <a:lnTo>
                    <a:pt x="1518" y="683"/>
                  </a:lnTo>
                  <a:lnTo>
                    <a:pt x="1495" y="671"/>
                  </a:lnTo>
                  <a:lnTo>
                    <a:pt x="1465" y="629"/>
                  </a:lnTo>
                  <a:lnTo>
                    <a:pt x="1435" y="599"/>
                  </a:lnTo>
                  <a:lnTo>
                    <a:pt x="1405" y="581"/>
                  </a:lnTo>
                  <a:lnTo>
                    <a:pt x="1375" y="563"/>
                  </a:lnTo>
                  <a:lnTo>
                    <a:pt x="1333" y="587"/>
                  </a:lnTo>
                  <a:lnTo>
                    <a:pt x="1303" y="653"/>
                  </a:lnTo>
                  <a:lnTo>
                    <a:pt x="1261" y="665"/>
                  </a:lnTo>
                  <a:lnTo>
                    <a:pt x="1219" y="653"/>
                  </a:lnTo>
                  <a:lnTo>
                    <a:pt x="1184" y="671"/>
                  </a:lnTo>
                  <a:lnTo>
                    <a:pt x="1136" y="671"/>
                  </a:lnTo>
                  <a:lnTo>
                    <a:pt x="1106" y="671"/>
                  </a:lnTo>
                  <a:lnTo>
                    <a:pt x="1076" y="707"/>
                  </a:lnTo>
                  <a:lnTo>
                    <a:pt x="1016" y="731"/>
                  </a:lnTo>
                  <a:lnTo>
                    <a:pt x="944" y="761"/>
                  </a:lnTo>
                  <a:lnTo>
                    <a:pt x="921" y="773"/>
                  </a:lnTo>
                  <a:lnTo>
                    <a:pt x="867" y="773"/>
                  </a:lnTo>
                  <a:lnTo>
                    <a:pt x="813" y="743"/>
                  </a:lnTo>
                  <a:lnTo>
                    <a:pt x="783" y="719"/>
                  </a:lnTo>
                  <a:lnTo>
                    <a:pt x="741" y="713"/>
                  </a:lnTo>
                  <a:lnTo>
                    <a:pt x="693" y="701"/>
                  </a:lnTo>
                  <a:lnTo>
                    <a:pt x="628" y="701"/>
                  </a:lnTo>
                  <a:lnTo>
                    <a:pt x="616" y="701"/>
                  </a:lnTo>
                  <a:lnTo>
                    <a:pt x="598" y="695"/>
                  </a:lnTo>
                  <a:lnTo>
                    <a:pt x="580" y="695"/>
                  </a:lnTo>
                  <a:lnTo>
                    <a:pt x="568" y="695"/>
                  </a:lnTo>
                  <a:lnTo>
                    <a:pt x="568" y="695"/>
                  </a:lnTo>
                  <a:lnTo>
                    <a:pt x="562" y="701"/>
                  </a:lnTo>
                  <a:lnTo>
                    <a:pt x="556" y="701"/>
                  </a:lnTo>
                  <a:lnTo>
                    <a:pt x="556" y="701"/>
                  </a:lnTo>
                  <a:lnTo>
                    <a:pt x="556" y="701"/>
                  </a:lnTo>
                  <a:lnTo>
                    <a:pt x="550" y="707"/>
                  </a:lnTo>
                  <a:lnTo>
                    <a:pt x="544" y="713"/>
                  </a:lnTo>
                  <a:lnTo>
                    <a:pt x="520" y="731"/>
                  </a:lnTo>
                  <a:lnTo>
                    <a:pt x="496" y="749"/>
                  </a:lnTo>
                  <a:lnTo>
                    <a:pt x="460" y="785"/>
                  </a:lnTo>
                  <a:lnTo>
                    <a:pt x="454" y="791"/>
                  </a:lnTo>
                  <a:lnTo>
                    <a:pt x="436" y="809"/>
                  </a:lnTo>
                  <a:lnTo>
                    <a:pt x="424" y="815"/>
                  </a:lnTo>
                  <a:lnTo>
                    <a:pt x="418" y="821"/>
                  </a:lnTo>
                  <a:lnTo>
                    <a:pt x="412" y="821"/>
                  </a:lnTo>
                  <a:lnTo>
                    <a:pt x="406" y="821"/>
                  </a:lnTo>
                  <a:lnTo>
                    <a:pt x="400" y="821"/>
                  </a:lnTo>
                  <a:lnTo>
                    <a:pt x="394" y="821"/>
                  </a:lnTo>
                  <a:lnTo>
                    <a:pt x="388" y="821"/>
                  </a:lnTo>
                  <a:lnTo>
                    <a:pt x="382" y="821"/>
                  </a:lnTo>
                  <a:lnTo>
                    <a:pt x="370" y="821"/>
                  </a:lnTo>
                  <a:lnTo>
                    <a:pt x="358" y="821"/>
                  </a:lnTo>
                  <a:lnTo>
                    <a:pt x="352" y="821"/>
                  </a:lnTo>
                  <a:lnTo>
                    <a:pt x="335" y="827"/>
                  </a:lnTo>
                  <a:lnTo>
                    <a:pt x="329" y="827"/>
                  </a:lnTo>
                  <a:lnTo>
                    <a:pt x="233" y="839"/>
                  </a:lnTo>
                  <a:lnTo>
                    <a:pt x="227" y="845"/>
                  </a:lnTo>
                  <a:lnTo>
                    <a:pt x="209" y="851"/>
                  </a:lnTo>
                  <a:lnTo>
                    <a:pt x="197" y="851"/>
                  </a:lnTo>
                  <a:lnTo>
                    <a:pt x="185" y="857"/>
                  </a:lnTo>
                  <a:lnTo>
                    <a:pt x="179" y="857"/>
                  </a:lnTo>
                  <a:lnTo>
                    <a:pt x="173" y="857"/>
                  </a:lnTo>
                  <a:lnTo>
                    <a:pt x="167" y="857"/>
                  </a:lnTo>
                  <a:lnTo>
                    <a:pt x="149" y="851"/>
                  </a:lnTo>
                  <a:lnTo>
                    <a:pt x="137" y="851"/>
                  </a:lnTo>
                  <a:lnTo>
                    <a:pt x="125" y="851"/>
                  </a:lnTo>
                  <a:lnTo>
                    <a:pt x="119" y="857"/>
                  </a:lnTo>
                  <a:lnTo>
                    <a:pt x="113" y="857"/>
                  </a:lnTo>
                  <a:lnTo>
                    <a:pt x="107" y="857"/>
                  </a:lnTo>
                  <a:lnTo>
                    <a:pt x="107" y="857"/>
                  </a:lnTo>
                  <a:lnTo>
                    <a:pt x="101" y="863"/>
                  </a:lnTo>
                  <a:lnTo>
                    <a:pt x="101" y="863"/>
                  </a:lnTo>
                  <a:lnTo>
                    <a:pt x="101" y="869"/>
                  </a:lnTo>
                  <a:lnTo>
                    <a:pt x="101" y="875"/>
                  </a:lnTo>
                  <a:lnTo>
                    <a:pt x="95" y="875"/>
                  </a:lnTo>
                  <a:lnTo>
                    <a:pt x="95" y="881"/>
                  </a:lnTo>
                  <a:lnTo>
                    <a:pt x="89" y="881"/>
                  </a:lnTo>
                  <a:lnTo>
                    <a:pt x="83" y="887"/>
                  </a:lnTo>
                  <a:lnTo>
                    <a:pt x="77" y="887"/>
                  </a:lnTo>
                  <a:lnTo>
                    <a:pt x="60" y="893"/>
                  </a:lnTo>
                  <a:lnTo>
                    <a:pt x="54" y="899"/>
                  </a:lnTo>
                  <a:lnTo>
                    <a:pt x="48" y="899"/>
                  </a:lnTo>
                  <a:lnTo>
                    <a:pt x="48" y="905"/>
                  </a:lnTo>
                  <a:lnTo>
                    <a:pt x="0" y="953"/>
                  </a:lnTo>
                  <a:lnTo>
                    <a:pt x="2780" y="953"/>
                  </a:lnTo>
                  <a:lnTo>
                    <a:pt x="2780" y="24"/>
                  </a:lnTo>
                  <a:lnTo>
                    <a:pt x="2780" y="24"/>
                  </a:lnTo>
                  <a:lnTo>
                    <a:pt x="2780" y="24"/>
                  </a:lnTo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2772" name="Freeform 4"/>
            <p:cNvSpPr>
              <a:spLocks/>
            </p:cNvSpPr>
            <p:nvPr/>
          </p:nvSpPr>
          <p:spPr bwMode="ltGray">
            <a:xfrm>
              <a:off x="4602" y="4014"/>
              <a:ext cx="12" cy="18"/>
            </a:xfrm>
            <a:custGeom>
              <a:avLst/>
              <a:gdLst/>
              <a:ahLst/>
              <a:cxnLst>
                <a:cxn ang="0">
                  <a:pos x="12" y="18"/>
                </a:cxn>
                <a:cxn ang="0">
                  <a:pos x="12" y="12"/>
                </a:cxn>
                <a:cxn ang="0">
                  <a:pos x="6" y="6"/>
                </a:cxn>
                <a:cxn ang="0">
                  <a:pos x="6" y="6"/>
                </a:cxn>
                <a:cxn ang="0">
                  <a:pos x="0" y="0"/>
                </a:cxn>
                <a:cxn ang="0">
                  <a:pos x="12" y="18"/>
                </a:cxn>
                <a:cxn ang="0">
                  <a:pos x="12" y="18"/>
                </a:cxn>
                <a:cxn ang="0">
                  <a:pos x="12" y="18"/>
                </a:cxn>
              </a:cxnLst>
              <a:rect l="0" t="0" r="r" b="b"/>
              <a:pathLst>
                <a:path w="12" h="18">
                  <a:moveTo>
                    <a:pt x="12" y="18"/>
                  </a:moveTo>
                  <a:lnTo>
                    <a:pt x="12" y="12"/>
                  </a:lnTo>
                  <a:lnTo>
                    <a:pt x="6" y="6"/>
                  </a:lnTo>
                  <a:lnTo>
                    <a:pt x="6" y="6"/>
                  </a:lnTo>
                  <a:lnTo>
                    <a:pt x="0" y="0"/>
                  </a:lnTo>
                  <a:lnTo>
                    <a:pt x="12" y="18"/>
                  </a:lnTo>
                  <a:lnTo>
                    <a:pt x="12" y="18"/>
                  </a:lnTo>
                  <a:lnTo>
                    <a:pt x="12" y="18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2773" name="Freeform 5"/>
            <p:cNvSpPr>
              <a:spLocks/>
            </p:cNvSpPr>
            <p:nvPr/>
          </p:nvSpPr>
          <p:spPr bwMode="ltGray">
            <a:xfrm>
              <a:off x="4596" y="3996"/>
              <a:ext cx="6" cy="18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6" y="18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0" y="12"/>
                </a:cxn>
                <a:cxn ang="0">
                  <a:pos x="0" y="12"/>
                </a:cxn>
              </a:cxnLst>
              <a:rect l="0" t="0" r="r" b="b"/>
              <a:pathLst>
                <a:path w="6" h="18">
                  <a:moveTo>
                    <a:pt x="0" y="12"/>
                  </a:moveTo>
                  <a:lnTo>
                    <a:pt x="6" y="1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2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2774" name="Freeform 6"/>
            <p:cNvSpPr>
              <a:spLocks/>
            </p:cNvSpPr>
            <p:nvPr/>
          </p:nvSpPr>
          <p:spPr bwMode="ltGray">
            <a:xfrm>
              <a:off x="5180" y="3577"/>
              <a:ext cx="304" cy="741"/>
            </a:xfrm>
            <a:custGeom>
              <a:avLst/>
              <a:gdLst/>
              <a:ahLst/>
              <a:cxnLst>
                <a:cxn ang="0">
                  <a:pos x="280" y="42"/>
                </a:cxn>
                <a:cxn ang="0">
                  <a:pos x="274" y="42"/>
                </a:cxn>
                <a:cxn ang="0">
                  <a:pos x="268" y="42"/>
                </a:cxn>
                <a:cxn ang="0">
                  <a:pos x="256" y="42"/>
                </a:cxn>
                <a:cxn ang="0">
                  <a:pos x="238" y="48"/>
                </a:cxn>
                <a:cxn ang="0">
                  <a:pos x="214" y="12"/>
                </a:cxn>
                <a:cxn ang="0">
                  <a:pos x="196" y="0"/>
                </a:cxn>
                <a:cxn ang="0">
                  <a:pos x="196" y="0"/>
                </a:cxn>
                <a:cxn ang="0">
                  <a:pos x="164" y="167"/>
                </a:cxn>
                <a:cxn ang="0">
                  <a:pos x="144" y="217"/>
                </a:cxn>
                <a:cxn ang="0">
                  <a:pos x="110" y="281"/>
                </a:cxn>
                <a:cxn ang="0">
                  <a:pos x="96" y="327"/>
                </a:cxn>
                <a:cxn ang="0">
                  <a:pos x="124" y="405"/>
                </a:cxn>
                <a:cxn ang="0">
                  <a:pos x="100" y="463"/>
                </a:cxn>
                <a:cxn ang="0">
                  <a:pos x="68" y="503"/>
                </a:cxn>
                <a:cxn ang="0">
                  <a:pos x="30" y="539"/>
                </a:cxn>
                <a:cxn ang="0">
                  <a:pos x="24" y="613"/>
                </a:cxn>
                <a:cxn ang="0">
                  <a:pos x="0" y="741"/>
                </a:cxn>
                <a:cxn ang="0">
                  <a:pos x="202" y="741"/>
                </a:cxn>
                <a:cxn ang="0">
                  <a:pos x="180" y="639"/>
                </a:cxn>
                <a:cxn ang="0">
                  <a:pos x="192" y="589"/>
                </a:cxn>
                <a:cxn ang="0">
                  <a:pos x="178" y="539"/>
                </a:cxn>
                <a:cxn ang="0">
                  <a:pos x="190" y="499"/>
                </a:cxn>
                <a:cxn ang="0">
                  <a:pos x="184" y="465"/>
                </a:cxn>
                <a:cxn ang="0">
                  <a:pos x="192" y="391"/>
                </a:cxn>
                <a:cxn ang="0">
                  <a:pos x="216" y="313"/>
                </a:cxn>
                <a:cxn ang="0">
                  <a:pos x="238" y="249"/>
                </a:cxn>
                <a:cxn ang="0">
                  <a:pos x="268" y="185"/>
                </a:cxn>
                <a:cxn ang="0">
                  <a:pos x="284" y="159"/>
                </a:cxn>
                <a:cxn ang="0">
                  <a:pos x="304" y="12"/>
                </a:cxn>
                <a:cxn ang="0">
                  <a:pos x="298" y="24"/>
                </a:cxn>
                <a:cxn ang="0">
                  <a:pos x="292" y="30"/>
                </a:cxn>
                <a:cxn ang="0">
                  <a:pos x="292" y="36"/>
                </a:cxn>
                <a:cxn ang="0">
                  <a:pos x="286" y="36"/>
                </a:cxn>
                <a:cxn ang="0">
                  <a:pos x="286" y="42"/>
                </a:cxn>
                <a:cxn ang="0">
                  <a:pos x="280" y="42"/>
                </a:cxn>
                <a:cxn ang="0">
                  <a:pos x="280" y="42"/>
                </a:cxn>
                <a:cxn ang="0">
                  <a:pos x="280" y="42"/>
                </a:cxn>
              </a:cxnLst>
              <a:rect l="0" t="0" r="r" b="b"/>
              <a:pathLst>
                <a:path w="304" h="741">
                  <a:moveTo>
                    <a:pt x="280" y="42"/>
                  </a:moveTo>
                  <a:lnTo>
                    <a:pt x="274" y="42"/>
                  </a:lnTo>
                  <a:lnTo>
                    <a:pt x="268" y="42"/>
                  </a:lnTo>
                  <a:lnTo>
                    <a:pt x="256" y="42"/>
                  </a:lnTo>
                  <a:lnTo>
                    <a:pt x="238" y="48"/>
                  </a:lnTo>
                  <a:lnTo>
                    <a:pt x="214" y="12"/>
                  </a:lnTo>
                  <a:lnTo>
                    <a:pt x="196" y="0"/>
                  </a:lnTo>
                  <a:lnTo>
                    <a:pt x="196" y="0"/>
                  </a:lnTo>
                  <a:lnTo>
                    <a:pt x="164" y="167"/>
                  </a:lnTo>
                  <a:lnTo>
                    <a:pt x="144" y="217"/>
                  </a:lnTo>
                  <a:lnTo>
                    <a:pt x="110" y="281"/>
                  </a:lnTo>
                  <a:lnTo>
                    <a:pt x="96" y="327"/>
                  </a:lnTo>
                  <a:lnTo>
                    <a:pt x="124" y="405"/>
                  </a:lnTo>
                  <a:lnTo>
                    <a:pt x="100" y="463"/>
                  </a:lnTo>
                  <a:lnTo>
                    <a:pt x="68" y="503"/>
                  </a:lnTo>
                  <a:lnTo>
                    <a:pt x="30" y="539"/>
                  </a:lnTo>
                  <a:lnTo>
                    <a:pt x="24" y="613"/>
                  </a:lnTo>
                  <a:lnTo>
                    <a:pt x="0" y="741"/>
                  </a:lnTo>
                  <a:lnTo>
                    <a:pt x="202" y="741"/>
                  </a:lnTo>
                  <a:lnTo>
                    <a:pt x="180" y="639"/>
                  </a:lnTo>
                  <a:lnTo>
                    <a:pt x="192" y="589"/>
                  </a:lnTo>
                  <a:lnTo>
                    <a:pt x="178" y="539"/>
                  </a:lnTo>
                  <a:lnTo>
                    <a:pt x="190" y="499"/>
                  </a:lnTo>
                  <a:lnTo>
                    <a:pt x="184" y="465"/>
                  </a:lnTo>
                  <a:lnTo>
                    <a:pt x="192" y="391"/>
                  </a:lnTo>
                  <a:lnTo>
                    <a:pt x="216" y="313"/>
                  </a:lnTo>
                  <a:lnTo>
                    <a:pt x="238" y="249"/>
                  </a:lnTo>
                  <a:lnTo>
                    <a:pt x="268" y="185"/>
                  </a:lnTo>
                  <a:lnTo>
                    <a:pt x="284" y="159"/>
                  </a:lnTo>
                  <a:lnTo>
                    <a:pt x="304" y="12"/>
                  </a:lnTo>
                  <a:lnTo>
                    <a:pt x="298" y="24"/>
                  </a:lnTo>
                  <a:lnTo>
                    <a:pt x="292" y="30"/>
                  </a:lnTo>
                  <a:lnTo>
                    <a:pt x="292" y="36"/>
                  </a:lnTo>
                  <a:lnTo>
                    <a:pt x="286" y="36"/>
                  </a:lnTo>
                  <a:lnTo>
                    <a:pt x="286" y="42"/>
                  </a:lnTo>
                  <a:lnTo>
                    <a:pt x="280" y="42"/>
                  </a:lnTo>
                  <a:lnTo>
                    <a:pt x="280" y="42"/>
                  </a:lnTo>
                  <a:lnTo>
                    <a:pt x="280" y="42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2775" name="Freeform 7"/>
            <p:cNvSpPr>
              <a:spLocks/>
            </p:cNvSpPr>
            <p:nvPr/>
          </p:nvSpPr>
          <p:spPr bwMode="ltGray">
            <a:xfrm>
              <a:off x="4918" y="3553"/>
              <a:ext cx="314" cy="767"/>
            </a:xfrm>
            <a:custGeom>
              <a:avLst/>
              <a:gdLst/>
              <a:ahLst/>
              <a:cxnLst>
                <a:cxn ang="0">
                  <a:pos x="284" y="6"/>
                </a:cxn>
                <a:cxn ang="0">
                  <a:pos x="278" y="6"/>
                </a:cxn>
                <a:cxn ang="0">
                  <a:pos x="272" y="12"/>
                </a:cxn>
                <a:cxn ang="0">
                  <a:pos x="254" y="18"/>
                </a:cxn>
                <a:cxn ang="0">
                  <a:pos x="230" y="24"/>
                </a:cxn>
                <a:cxn ang="0">
                  <a:pos x="206" y="42"/>
                </a:cxn>
                <a:cxn ang="0">
                  <a:pos x="188" y="48"/>
                </a:cxn>
                <a:cxn ang="0">
                  <a:pos x="176" y="54"/>
                </a:cxn>
                <a:cxn ang="0">
                  <a:pos x="170" y="54"/>
                </a:cxn>
                <a:cxn ang="0">
                  <a:pos x="150" y="169"/>
                </a:cxn>
                <a:cxn ang="0">
                  <a:pos x="110" y="225"/>
                </a:cxn>
                <a:cxn ang="0">
                  <a:pos x="54" y="383"/>
                </a:cxn>
                <a:cxn ang="0">
                  <a:pos x="82" y="555"/>
                </a:cxn>
                <a:cxn ang="0">
                  <a:pos x="40" y="679"/>
                </a:cxn>
                <a:cxn ang="0">
                  <a:pos x="0" y="767"/>
                </a:cxn>
                <a:cxn ang="0">
                  <a:pos x="108" y="767"/>
                </a:cxn>
                <a:cxn ang="0">
                  <a:pos x="120" y="611"/>
                </a:cxn>
                <a:cxn ang="0">
                  <a:pos x="148" y="499"/>
                </a:cxn>
                <a:cxn ang="0">
                  <a:pos x="160" y="367"/>
                </a:cxn>
                <a:cxn ang="0">
                  <a:pos x="218" y="327"/>
                </a:cxn>
                <a:cxn ang="0">
                  <a:pos x="238" y="221"/>
                </a:cxn>
                <a:cxn ang="0">
                  <a:pos x="296" y="135"/>
                </a:cxn>
                <a:cxn ang="0">
                  <a:pos x="314" y="0"/>
                </a:cxn>
                <a:cxn ang="0">
                  <a:pos x="302" y="0"/>
                </a:cxn>
                <a:cxn ang="0">
                  <a:pos x="296" y="0"/>
                </a:cxn>
                <a:cxn ang="0">
                  <a:pos x="290" y="0"/>
                </a:cxn>
                <a:cxn ang="0">
                  <a:pos x="284" y="6"/>
                </a:cxn>
                <a:cxn ang="0">
                  <a:pos x="284" y="6"/>
                </a:cxn>
                <a:cxn ang="0">
                  <a:pos x="284" y="6"/>
                </a:cxn>
                <a:cxn ang="0">
                  <a:pos x="284" y="6"/>
                </a:cxn>
              </a:cxnLst>
              <a:rect l="0" t="0" r="r" b="b"/>
              <a:pathLst>
                <a:path w="314" h="767">
                  <a:moveTo>
                    <a:pt x="284" y="6"/>
                  </a:moveTo>
                  <a:lnTo>
                    <a:pt x="278" y="6"/>
                  </a:lnTo>
                  <a:lnTo>
                    <a:pt x="272" y="12"/>
                  </a:lnTo>
                  <a:lnTo>
                    <a:pt x="254" y="18"/>
                  </a:lnTo>
                  <a:lnTo>
                    <a:pt x="230" y="24"/>
                  </a:lnTo>
                  <a:lnTo>
                    <a:pt x="206" y="42"/>
                  </a:lnTo>
                  <a:lnTo>
                    <a:pt x="188" y="48"/>
                  </a:lnTo>
                  <a:lnTo>
                    <a:pt x="176" y="54"/>
                  </a:lnTo>
                  <a:lnTo>
                    <a:pt x="170" y="54"/>
                  </a:lnTo>
                  <a:lnTo>
                    <a:pt x="150" y="169"/>
                  </a:lnTo>
                  <a:lnTo>
                    <a:pt x="110" y="225"/>
                  </a:lnTo>
                  <a:lnTo>
                    <a:pt x="54" y="383"/>
                  </a:lnTo>
                  <a:lnTo>
                    <a:pt x="82" y="555"/>
                  </a:lnTo>
                  <a:lnTo>
                    <a:pt x="40" y="679"/>
                  </a:lnTo>
                  <a:lnTo>
                    <a:pt x="0" y="767"/>
                  </a:lnTo>
                  <a:lnTo>
                    <a:pt x="108" y="767"/>
                  </a:lnTo>
                  <a:lnTo>
                    <a:pt x="120" y="611"/>
                  </a:lnTo>
                  <a:lnTo>
                    <a:pt x="148" y="499"/>
                  </a:lnTo>
                  <a:lnTo>
                    <a:pt x="160" y="367"/>
                  </a:lnTo>
                  <a:lnTo>
                    <a:pt x="218" y="327"/>
                  </a:lnTo>
                  <a:lnTo>
                    <a:pt x="238" y="221"/>
                  </a:lnTo>
                  <a:lnTo>
                    <a:pt x="296" y="135"/>
                  </a:lnTo>
                  <a:lnTo>
                    <a:pt x="314" y="0"/>
                  </a:lnTo>
                  <a:lnTo>
                    <a:pt x="302" y="0"/>
                  </a:lnTo>
                  <a:lnTo>
                    <a:pt x="296" y="0"/>
                  </a:lnTo>
                  <a:lnTo>
                    <a:pt x="290" y="0"/>
                  </a:lnTo>
                  <a:lnTo>
                    <a:pt x="284" y="6"/>
                  </a:lnTo>
                  <a:lnTo>
                    <a:pt x="284" y="6"/>
                  </a:lnTo>
                  <a:lnTo>
                    <a:pt x="284" y="6"/>
                  </a:lnTo>
                  <a:lnTo>
                    <a:pt x="284" y="6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2776" name="Freeform 8"/>
            <p:cNvSpPr>
              <a:spLocks/>
            </p:cNvSpPr>
            <p:nvPr/>
          </p:nvSpPr>
          <p:spPr bwMode="ltGray">
            <a:xfrm>
              <a:off x="4700" y="3697"/>
              <a:ext cx="275" cy="623"/>
            </a:xfrm>
            <a:custGeom>
              <a:avLst/>
              <a:gdLst/>
              <a:ahLst/>
              <a:cxnLst>
                <a:cxn ang="0">
                  <a:pos x="257" y="12"/>
                </a:cxn>
                <a:cxn ang="0">
                  <a:pos x="239" y="6"/>
                </a:cxn>
                <a:cxn ang="0">
                  <a:pos x="203" y="6"/>
                </a:cxn>
                <a:cxn ang="0">
                  <a:pos x="203" y="6"/>
                </a:cxn>
                <a:cxn ang="0">
                  <a:pos x="197" y="6"/>
                </a:cxn>
                <a:cxn ang="0">
                  <a:pos x="185" y="0"/>
                </a:cxn>
                <a:cxn ang="0">
                  <a:pos x="173" y="0"/>
                </a:cxn>
                <a:cxn ang="0">
                  <a:pos x="166" y="0"/>
                </a:cxn>
                <a:cxn ang="0">
                  <a:pos x="160" y="0"/>
                </a:cxn>
                <a:cxn ang="0">
                  <a:pos x="144" y="117"/>
                </a:cxn>
                <a:cxn ang="0">
                  <a:pos x="128" y="185"/>
                </a:cxn>
                <a:cxn ang="0">
                  <a:pos x="58" y="299"/>
                </a:cxn>
                <a:cxn ang="0">
                  <a:pos x="54" y="441"/>
                </a:cxn>
                <a:cxn ang="0">
                  <a:pos x="24" y="523"/>
                </a:cxn>
                <a:cxn ang="0">
                  <a:pos x="0" y="623"/>
                </a:cxn>
                <a:cxn ang="0">
                  <a:pos x="78" y="623"/>
                </a:cxn>
                <a:cxn ang="0">
                  <a:pos x="92" y="555"/>
                </a:cxn>
                <a:cxn ang="0">
                  <a:pos x="134" y="447"/>
                </a:cxn>
                <a:cxn ang="0">
                  <a:pos x="158" y="315"/>
                </a:cxn>
                <a:cxn ang="0">
                  <a:pos x="184" y="257"/>
                </a:cxn>
                <a:cxn ang="0">
                  <a:pos x="216" y="211"/>
                </a:cxn>
                <a:cxn ang="0">
                  <a:pos x="222" y="145"/>
                </a:cxn>
                <a:cxn ang="0">
                  <a:pos x="240" y="111"/>
                </a:cxn>
                <a:cxn ang="0">
                  <a:pos x="262" y="79"/>
                </a:cxn>
                <a:cxn ang="0">
                  <a:pos x="275" y="6"/>
                </a:cxn>
                <a:cxn ang="0">
                  <a:pos x="263" y="12"/>
                </a:cxn>
                <a:cxn ang="0">
                  <a:pos x="257" y="12"/>
                </a:cxn>
                <a:cxn ang="0">
                  <a:pos x="257" y="12"/>
                </a:cxn>
                <a:cxn ang="0">
                  <a:pos x="257" y="12"/>
                </a:cxn>
              </a:cxnLst>
              <a:rect l="0" t="0" r="r" b="b"/>
              <a:pathLst>
                <a:path w="275" h="623">
                  <a:moveTo>
                    <a:pt x="257" y="12"/>
                  </a:moveTo>
                  <a:lnTo>
                    <a:pt x="239" y="6"/>
                  </a:lnTo>
                  <a:lnTo>
                    <a:pt x="203" y="6"/>
                  </a:lnTo>
                  <a:lnTo>
                    <a:pt x="203" y="6"/>
                  </a:lnTo>
                  <a:lnTo>
                    <a:pt x="197" y="6"/>
                  </a:lnTo>
                  <a:lnTo>
                    <a:pt x="185" y="0"/>
                  </a:lnTo>
                  <a:lnTo>
                    <a:pt x="173" y="0"/>
                  </a:lnTo>
                  <a:lnTo>
                    <a:pt x="166" y="0"/>
                  </a:lnTo>
                  <a:lnTo>
                    <a:pt x="160" y="0"/>
                  </a:lnTo>
                  <a:lnTo>
                    <a:pt x="144" y="117"/>
                  </a:lnTo>
                  <a:lnTo>
                    <a:pt x="128" y="185"/>
                  </a:lnTo>
                  <a:lnTo>
                    <a:pt x="58" y="299"/>
                  </a:lnTo>
                  <a:lnTo>
                    <a:pt x="54" y="441"/>
                  </a:lnTo>
                  <a:lnTo>
                    <a:pt x="24" y="523"/>
                  </a:lnTo>
                  <a:lnTo>
                    <a:pt x="0" y="623"/>
                  </a:lnTo>
                  <a:lnTo>
                    <a:pt x="78" y="623"/>
                  </a:lnTo>
                  <a:lnTo>
                    <a:pt x="92" y="555"/>
                  </a:lnTo>
                  <a:lnTo>
                    <a:pt x="134" y="447"/>
                  </a:lnTo>
                  <a:lnTo>
                    <a:pt x="158" y="315"/>
                  </a:lnTo>
                  <a:lnTo>
                    <a:pt x="184" y="257"/>
                  </a:lnTo>
                  <a:lnTo>
                    <a:pt x="216" y="211"/>
                  </a:lnTo>
                  <a:lnTo>
                    <a:pt x="222" y="145"/>
                  </a:lnTo>
                  <a:lnTo>
                    <a:pt x="240" y="111"/>
                  </a:lnTo>
                  <a:lnTo>
                    <a:pt x="262" y="79"/>
                  </a:lnTo>
                  <a:lnTo>
                    <a:pt x="275" y="6"/>
                  </a:lnTo>
                  <a:lnTo>
                    <a:pt x="263" y="12"/>
                  </a:lnTo>
                  <a:lnTo>
                    <a:pt x="257" y="12"/>
                  </a:lnTo>
                  <a:lnTo>
                    <a:pt x="257" y="12"/>
                  </a:lnTo>
                  <a:lnTo>
                    <a:pt x="257" y="12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2777" name="Freeform 9"/>
            <p:cNvSpPr>
              <a:spLocks/>
            </p:cNvSpPr>
            <p:nvPr/>
          </p:nvSpPr>
          <p:spPr bwMode="ltGray">
            <a:xfrm>
              <a:off x="4522" y="3709"/>
              <a:ext cx="213" cy="611"/>
            </a:xfrm>
            <a:custGeom>
              <a:avLst/>
              <a:gdLst/>
              <a:ahLst/>
              <a:cxnLst>
                <a:cxn ang="0">
                  <a:pos x="171" y="12"/>
                </a:cxn>
                <a:cxn ang="0">
                  <a:pos x="159" y="24"/>
                </a:cxn>
                <a:cxn ang="0">
                  <a:pos x="153" y="36"/>
                </a:cxn>
                <a:cxn ang="0">
                  <a:pos x="128" y="60"/>
                </a:cxn>
                <a:cxn ang="0">
                  <a:pos x="110" y="83"/>
                </a:cxn>
                <a:cxn ang="0">
                  <a:pos x="86" y="119"/>
                </a:cxn>
                <a:cxn ang="0">
                  <a:pos x="68" y="167"/>
                </a:cxn>
                <a:cxn ang="0">
                  <a:pos x="68" y="221"/>
                </a:cxn>
                <a:cxn ang="0">
                  <a:pos x="68" y="227"/>
                </a:cxn>
                <a:cxn ang="0">
                  <a:pos x="68" y="233"/>
                </a:cxn>
                <a:cxn ang="0">
                  <a:pos x="68" y="239"/>
                </a:cxn>
                <a:cxn ang="0">
                  <a:pos x="68" y="245"/>
                </a:cxn>
                <a:cxn ang="0">
                  <a:pos x="68" y="251"/>
                </a:cxn>
                <a:cxn ang="0">
                  <a:pos x="68" y="251"/>
                </a:cxn>
                <a:cxn ang="0">
                  <a:pos x="68" y="257"/>
                </a:cxn>
                <a:cxn ang="0">
                  <a:pos x="68" y="269"/>
                </a:cxn>
                <a:cxn ang="0">
                  <a:pos x="74" y="287"/>
                </a:cxn>
                <a:cxn ang="0">
                  <a:pos x="80" y="305"/>
                </a:cxn>
                <a:cxn ang="0">
                  <a:pos x="86" y="311"/>
                </a:cxn>
                <a:cxn ang="0">
                  <a:pos x="86" y="311"/>
                </a:cxn>
                <a:cxn ang="0">
                  <a:pos x="92" y="317"/>
                </a:cxn>
                <a:cxn ang="0">
                  <a:pos x="92" y="323"/>
                </a:cxn>
                <a:cxn ang="0">
                  <a:pos x="92" y="323"/>
                </a:cxn>
                <a:cxn ang="0">
                  <a:pos x="24" y="437"/>
                </a:cxn>
                <a:cxn ang="0">
                  <a:pos x="18" y="471"/>
                </a:cxn>
                <a:cxn ang="0">
                  <a:pos x="0" y="547"/>
                </a:cxn>
                <a:cxn ang="0">
                  <a:pos x="50" y="611"/>
                </a:cxn>
                <a:cxn ang="0">
                  <a:pos x="114" y="611"/>
                </a:cxn>
                <a:cxn ang="0">
                  <a:pos x="104" y="555"/>
                </a:cxn>
                <a:cxn ang="0">
                  <a:pos x="120" y="515"/>
                </a:cxn>
                <a:cxn ang="0">
                  <a:pos x="150" y="449"/>
                </a:cxn>
                <a:cxn ang="0">
                  <a:pos x="166" y="377"/>
                </a:cxn>
                <a:cxn ang="0">
                  <a:pos x="156" y="295"/>
                </a:cxn>
                <a:cxn ang="0">
                  <a:pos x="170" y="203"/>
                </a:cxn>
                <a:cxn ang="0">
                  <a:pos x="212" y="95"/>
                </a:cxn>
                <a:cxn ang="0">
                  <a:pos x="213" y="0"/>
                </a:cxn>
                <a:cxn ang="0">
                  <a:pos x="207" y="0"/>
                </a:cxn>
                <a:cxn ang="0">
                  <a:pos x="201" y="0"/>
                </a:cxn>
                <a:cxn ang="0">
                  <a:pos x="195" y="0"/>
                </a:cxn>
                <a:cxn ang="0">
                  <a:pos x="189" y="0"/>
                </a:cxn>
                <a:cxn ang="0">
                  <a:pos x="183" y="6"/>
                </a:cxn>
                <a:cxn ang="0">
                  <a:pos x="177" y="6"/>
                </a:cxn>
                <a:cxn ang="0">
                  <a:pos x="171" y="12"/>
                </a:cxn>
                <a:cxn ang="0">
                  <a:pos x="171" y="12"/>
                </a:cxn>
                <a:cxn ang="0">
                  <a:pos x="171" y="12"/>
                </a:cxn>
              </a:cxnLst>
              <a:rect l="0" t="0" r="r" b="b"/>
              <a:pathLst>
                <a:path w="213" h="611">
                  <a:moveTo>
                    <a:pt x="171" y="12"/>
                  </a:moveTo>
                  <a:lnTo>
                    <a:pt x="159" y="24"/>
                  </a:lnTo>
                  <a:lnTo>
                    <a:pt x="153" y="36"/>
                  </a:lnTo>
                  <a:lnTo>
                    <a:pt x="128" y="60"/>
                  </a:lnTo>
                  <a:lnTo>
                    <a:pt x="110" y="83"/>
                  </a:lnTo>
                  <a:lnTo>
                    <a:pt x="86" y="119"/>
                  </a:lnTo>
                  <a:lnTo>
                    <a:pt x="68" y="167"/>
                  </a:lnTo>
                  <a:lnTo>
                    <a:pt x="68" y="221"/>
                  </a:lnTo>
                  <a:lnTo>
                    <a:pt x="68" y="227"/>
                  </a:lnTo>
                  <a:lnTo>
                    <a:pt x="68" y="233"/>
                  </a:lnTo>
                  <a:lnTo>
                    <a:pt x="68" y="239"/>
                  </a:lnTo>
                  <a:lnTo>
                    <a:pt x="68" y="245"/>
                  </a:lnTo>
                  <a:lnTo>
                    <a:pt x="68" y="251"/>
                  </a:lnTo>
                  <a:lnTo>
                    <a:pt x="68" y="251"/>
                  </a:lnTo>
                  <a:lnTo>
                    <a:pt x="68" y="257"/>
                  </a:lnTo>
                  <a:lnTo>
                    <a:pt x="68" y="269"/>
                  </a:lnTo>
                  <a:lnTo>
                    <a:pt x="74" y="287"/>
                  </a:lnTo>
                  <a:lnTo>
                    <a:pt x="80" y="305"/>
                  </a:lnTo>
                  <a:lnTo>
                    <a:pt x="86" y="311"/>
                  </a:lnTo>
                  <a:lnTo>
                    <a:pt x="86" y="311"/>
                  </a:lnTo>
                  <a:lnTo>
                    <a:pt x="92" y="317"/>
                  </a:lnTo>
                  <a:lnTo>
                    <a:pt x="92" y="323"/>
                  </a:lnTo>
                  <a:lnTo>
                    <a:pt x="92" y="323"/>
                  </a:lnTo>
                  <a:lnTo>
                    <a:pt x="24" y="437"/>
                  </a:lnTo>
                  <a:lnTo>
                    <a:pt x="18" y="471"/>
                  </a:lnTo>
                  <a:lnTo>
                    <a:pt x="0" y="547"/>
                  </a:lnTo>
                  <a:lnTo>
                    <a:pt x="50" y="611"/>
                  </a:lnTo>
                  <a:lnTo>
                    <a:pt x="114" y="611"/>
                  </a:lnTo>
                  <a:lnTo>
                    <a:pt x="104" y="555"/>
                  </a:lnTo>
                  <a:lnTo>
                    <a:pt x="120" y="515"/>
                  </a:lnTo>
                  <a:lnTo>
                    <a:pt x="150" y="449"/>
                  </a:lnTo>
                  <a:lnTo>
                    <a:pt x="166" y="377"/>
                  </a:lnTo>
                  <a:lnTo>
                    <a:pt x="156" y="295"/>
                  </a:lnTo>
                  <a:lnTo>
                    <a:pt x="170" y="203"/>
                  </a:lnTo>
                  <a:lnTo>
                    <a:pt x="212" y="95"/>
                  </a:lnTo>
                  <a:lnTo>
                    <a:pt x="213" y="0"/>
                  </a:lnTo>
                  <a:lnTo>
                    <a:pt x="207" y="0"/>
                  </a:lnTo>
                  <a:lnTo>
                    <a:pt x="201" y="0"/>
                  </a:lnTo>
                  <a:lnTo>
                    <a:pt x="195" y="0"/>
                  </a:lnTo>
                  <a:lnTo>
                    <a:pt x="189" y="0"/>
                  </a:lnTo>
                  <a:lnTo>
                    <a:pt x="183" y="6"/>
                  </a:lnTo>
                  <a:lnTo>
                    <a:pt x="177" y="6"/>
                  </a:lnTo>
                  <a:lnTo>
                    <a:pt x="171" y="12"/>
                  </a:lnTo>
                  <a:lnTo>
                    <a:pt x="171" y="12"/>
                  </a:lnTo>
                  <a:lnTo>
                    <a:pt x="171" y="12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2778" name="Freeform 10"/>
            <p:cNvSpPr>
              <a:spLocks/>
            </p:cNvSpPr>
            <p:nvPr/>
          </p:nvSpPr>
          <p:spPr bwMode="ltGray">
            <a:xfrm>
              <a:off x="4292" y="3936"/>
              <a:ext cx="167" cy="384"/>
            </a:xfrm>
            <a:custGeom>
              <a:avLst/>
              <a:gdLst/>
              <a:ahLst/>
              <a:cxnLst>
                <a:cxn ang="0">
                  <a:pos x="149" y="60"/>
                </a:cxn>
                <a:cxn ang="0">
                  <a:pos x="119" y="30"/>
                </a:cxn>
                <a:cxn ang="0">
                  <a:pos x="89" y="12"/>
                </a:cxn>
                <a:cxn ang="0">
                  <a:pos x="59" y="0"/>
                </a:cxn>
                <a:cxn ang="0">
                  <a:pos x="54" y="70"/>
                </a:cxn>
                <a:cxn ang="0">
                  <a:pos x="46" y="112"/>
                </a:cxn>
                <a:cxn ang="0">
                  <a:pos x="52" y="168"/>
                </a:cxn>
                <a:cxn ang="0">
                  <a:pos x="24" y="194"/>
                </a:cxn>
                <a:cxn ang="0">
                  <a:pos x="16" y="258"/>
                </a:cxn>
                <a:cxn ang="0">
                  <a:pos x="2" y="300"/>
                </a:cxn>
                <a:cxn ang="0">
                  <a:pos x="0" y="352"/>
                </a:cxn>
                <a:cxn ang="0">
                  <a:pos x="47" y="384"/>
                </a:cxn>
                <a:cxn ang="0">
                  <a:pos x="149" y="384"/>
                </a:cxn>
                <a:cxn ang="0">
                  <a:pos x="134" y="350"/>
                </a:cxn>
                <a:cxn ang="0">
                  <a:pos x="104" y="324"/>
                </a:cxn>
                <a:cxn ang="0">
                  <a:pos x="138" y="274"/>
                </a:cxn>
                <a:cxn ang="0">
                  <a:pos x="122" y="220"/>
                </a:cxn>
                <a:cxn ang="0">
                  <a:pos x="132" y="186"/>
                </a:cxn>
                <a:cxn ang="0">
                  <a:pos x="140" y="154"/>
                </a:cxn>
                <a:cxn ang="0">
                  <a:pos x="167" y="90"/>
                </a:cxn>
                <a:cxn ang="0">
                  <a:pos x="149" y="60"/>
                </a:cxn>
                <a:cxn ang="0">
                  <a:pos x="149" y="60"/>
                </a:cxn>
                <a:cxn ang="0">
                  <a:pos x="149" y="60"/>
                </a:cxn>
              </a:cxnLst>
              <a:rect l="0" t="0" r="r" b="b"/>
              <a:pathLst>
                <a:path w="167" h="384">
                  <a:moveTo>
                    <a:pt x="149" y="60"/>
                  </a:moveTo>
                  <a:lnTo>
                    <a:pt x="119" y="30"/>
                  </a:lnTo>
                  <a:lnTo>
                    <a:pt x="89" y="12"/>
                  </a:lnTo>
                  <a:lnTo>
                    <a:pt x="59" y="0"/>
                  </a:lnTo>
                  <a:lnTo>
                    <a:pt x="54" y="70"/>
                  </a:lnTo>
                  <a:lnTo>
                    <a:pt x="46" y="112"/>
                  </a:lnTo>
                  <a:lnTo>
                    <a:pt x="52" y="168"/>
                  </a:lnTo>
                  <a:lnTo>
                    <a:pt x="24" y="194"/>
                  </a:lnTo>
                  <a:lnTo>
                    <a:pt x="16" y="258"/>
                  </a:lnTo>
                  <a:lnTo>
                    <a:pt x="2" y="300"/>
                  </a:lnTo>
                  <a:lnTo>
                    <a:pt x="0" y="352"/>
                  </a:lnTo>
                  <a:lnTo>
                    <a:pt x="47" y="384"/>
                  </a:lnTo>
                  <a:lnTo>
                    <a:pt x="149" y="384"/>
                  </a:lnTo>
                  <a:lnTo>
                    <a:pt x="134" y="350"/>
                  </a:lnTo>
                  <a:lnTo>
                    <a:pt x="104" y="324"/>
                  </a:lnTo>
                  <a:lnTo>
                    <a:pt x="138" y="274"/>
                  </a:lnTo>
                  <a:lnTo>
                    <a:pt x="122" y="220"/>
                  </a:lnTo>
                  <a:lnTo>
                    <a:pt x="132" y="186"/>
                  </a:lnTo>
                  <a:lnTo>
                    <a:pt x="140" y="154"/>
                  </a:lnTo>
                  <a:lnTo>
                    <a:pt x="167" y="90"/>
                  </a:lnTo>
                  <a:lnTo>
                    <a:pt x="149" y="60"/>
                  </a:lnTo>
                  <a:lnTo>
                    <a:pt x="149" y="60"/>
                  </a:lnTo>
                  <a:lnTo>
                    <a:pt x="149" y="60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2779" name="Freeform 11"/>
            <p:cNvSpPr>
              <a:spLocks/>
            </p:cNvSpPr>
            <p:nvPr/>
          </p:nvSpPr>
          <p:spPr bwMode="ltGray">
            <a:xfrm>
              <a:off x="4100" y="4020"/>
              <a:ext cx="166" cy="300"/>
            </a:xfrm>
            <a:custGeom>
              <a:avLst/>
              <a:gdLst/>
              <a:ahLst/>
              <a:cxnLst>
                <a:cxn ang="0">
                  <a:pos x="136" y="12"/>
                </a:cxn>
                <a:cxn ang="0">
                  <a:pos x="100" y="0"/>
                </a:cxn>
                <a:cxn ang="0">
                  <a:pos x="78" y="64"/>
                </a:cxn>
                <a:cxn ang="0">
                  <a:pos x="70" y="126"/>
                </a:cxn>
                <a:cxn ang="0">
                  <a:pos x="46" y="184"/>
                </a:cxn>
                <a:cxn ang="0">
                  <a:pos x="58" y="232"/>
                </a:cxn>
                <a:cxn ang="0">
                  <a:pos x="38" y="268"/>
                </a:cxn>
                <a:cxn ang="0">
                  <a:pos x="0" y="300"/>
                </a:cxn>
                <a:cxn ang="0">
                  <a:pos x="160" y="300"/>
                </a:cxn>
                <a:cxn ang="0">
                  <a:pos x="136" y="272"/>
                </a:cxn>
                <a:cxn ang="0">
                  <a:pos x="98" y="234"/>
                </a:cxn>
                <a:cxn ang="0">
                  <a:pos x="130" y="188"/>
                </a:cxn>
                <a:cxn ang="0">
                  <a:pos x="138" y="134"/>
                </a:cxn>
                <a:cxn ang="0">
                  <a:pos x="144" y="94"/>
                </a:cxn>
                <a:cxn ang="0">
                  <a:pos x="164" y="60"/>
                </a:cxn>
                <a:cxn ang="0">
                  <a:pos x="166" y="0"/>
                </a:cxn>
                <a:cxn ang="0">
                  <a:pos x="136" y="12"/>
                </a:cxn>
                <a:cxn ang="0">
                  <a:pos x="136" y="12"/>
                </a:cxn>
                <a:cxn ang="0">
                  <a:pos x="136" y="12"/>
                </a:cxn>
              </a:cxnLst>
              <a:rect l="0" t="0" r="r" b="b"/>
              <a:pathLst>
                <a:path w="166" h="300">
                  <a:moveTo>
                    <a:pt x="136" y="12"/>
                  </a:moveTo>
                  <a:lnTo>
                    <a:pt x="100" y="0"/>
                  </a:lnTo>
                  <a:lnTo>
                    <a:pt x="78" y="64"/>
                  </a:lnTo>
                  <a:lnTo>
                    <a:pt x="70" y="126"/>
                  </a:lnTo>
                  <a:lnTo>
                    <a:pt x="46" y="184"/>
                  </a:lnTo>
                  <a:lnTo>
                    <a:pt x="58" y="232"/>
                  </a:lnTo>
                  <a:lnTo>
                    <a:pt x="38" y="268"/>
                  </a:lnTo>
                  <a:lnTo>
                    <a:pt x="0" y="300"/>
                  </a:lnTo>
                  <a:lnTo>
                    <a:pt x="160" y="300"/>
                  </a:lnTo>
                  <a:lnTo>
                    <a:pt x="136" y="272"/>
                  </a:lnTo>
                  <a:lnTo>
                    <a:pt x="98" y="234"/>
                  </a:lnTo>
                  <a:lnTo>
                    <a:pt x="130" y="188"/>
                  </a:lnTo>
                  <a:lnTo>
                    <a:pt x="138" y="134"/>
                  </a:lnTo>
                  <a:lnTo>
                    <a:pt x="144" y="94"/>
                  </a:lnTo>
                  <a:lnTo>
                    <a:pt x="164" y="60"/>
                  </a:lnTo>
                  <a:lnTo>
                    <a:pt x="166" y="0"/>
                  </a:lnTo>
                  <a:lnTo>
                    <a:pt x="136" y="12"/>
                  </a:lnTo>
                  <a:lnTo>
                    <a:pt x="136" y="12"/>
                  </a:lnTo>
                  <a:lnTo>
                    <a:pt x="136" y="12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2780" name="Freeform 12"/>
            <p:cNvSpPr>
              <a:spLocks/>
            </p:cNvSpPr>
            <p:nvPr/>
          </p:nvSpPr>
          <p:spPr bwMode="ltGray">
            <a:xfrm>
              <a:off x="3910" y="4038"/>
              <a:ext cx="237" cy="282"/>
            </a:xfrm>
            <a:custGeom>
              <a:avLst/>
              <a:gdLst/>
              <a:ahLst/>
              <a:cxnLst>
                <a:cxn ang="0">
                  <a:pos x="201" y="0"/>
                </a:cxn>
                <a:cxn ang="0">
                  <a:pos x="183" y="0"/>
                </a:cxn>
                <a:cxn ang="0">
                  <a:pos x="158" y="50"/>
                </a:cxn>
                <a:cxn ang="0">
                  <a:pos x="148" y="92"/>
                </a:cxn>
                <a:cxn ang="0">
                  <a:pos x="120" y="144"/>
                </a:cxn>
                <a:cxn ang="0">
                  <a:pos x="82" y="182"/>
                </a:cxn>
                <a:cxn ang="0">
                  <a:pos x="60" y="232"/>
                </a:cxn>
                <a:cxn ang="0">
                  <a:pos x="0" y="282"/>
                </a:cxn>
                <a:cxn ang="0">
                  <a:pos x="128" y="282"/>
                </a:cxn>
                <a:cxn ang="0">
                  <a:pos x="154" y="254"/>
                </a:cxn>
                <a:cxn ang="0">
                  <a:pos x="158" y="196"/>
                </a:cxn>
                <a:cxn ang="0">
                  <a:pos x="188" y="148"/>
                </a:cxn>
                <a:cxn ang="0">
                  <a:pos x="196" y="70"/>
                </a:cxn>
                <a:cxn ang="0">
                  <a:pos x="237" y="0"/>
                </a:cxn>
                <a:cxn ang="0">
                  <a:pos x="201" y="0"/>
                </a:cxn>
                <a:cxn ang="0">
                  <a:pos x="201" y="0"/>
                </a:cxn>
                <a:cxn ang="0">
                  <a:pos x="201" y="0"/>
                </a:cxn>
              </a:cxnLst>
              <a:rect l="0" t="0" r="r" b="b"/>
              <a:pathLst>
                <a:path w="237" h="282">
                  <a:moveTo>
                    <a:pt x="201" y="0"/>
                  </a:moveTo>
                  <a:lnTo>
                    <a:pt x="183" y="0"/>
                  </a:lnTo>
                  <a:lnTo>
                    <a:pt x="158" y="50"/>
                  </a:lnTo>
                  <a:lnTo>
                    <a:pt x="148" y="92"/>
                  </a:lnTo>
                  <a:lnTo>
                    <a:pt x="120" y="144"/>
                  </a:lnTo>
                  <a:lnTo>
                    <a:pt x="82" y="182"/>
                  </a:lnTo>
                  <a:lnTo>
                    <a:pt x="60" y="232"/>
                  </a:lnTo>
                  <a:lnTo>
                    <a:pt x="0" y="282"/>
                  </a:lnTo>
                  <a:lnTo>
                    <a:pt x="128" y="282"/>
                  </a:lnTo>
                  <a:lnTo>
                    <a:pt x="154" y="254"/>
                  </a:lnTo>
                  <a:lnTo>
                    <a:pt x="158" y="196"/>
                  </a:lnTo>
                  <a:lnTo>
                    <a:pt x="188" y="148"/>
                  </a:lnTo>
                  <a:lnTo>
                    <a:pt x="196" y="70"/>
                  </a:lnTo>
                  <a:lnTo>
                    <a:pt x="237" y="0"/>
                  </a:lnTo>
                  <a:lnTo>
                    <a:pt x="201" y="0"/>
                  </a:lnTo>
                  <a:lnTo>
                    <a:pt x="201" y="0"/>
                  </a:lnTo>
                  <a:lnTo>
                    <a:pt x="201" y="0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2781" name="Freeform 13"/>
            <p:cNvSpPr>
              <a:spLocks/>
            </p:cNvSpPr>
            <p:nvPr/>
          </p:nvSpPr>
          <p:spPr bwMode="ltGray">
            <a:xfrm>
              <a:off x="3674" y="4086"/>
              <a:ext cx="196" cy="234"/>
            </a:xfrm>
            <a:custGeom>
              <a:avLst/>
              <a:gdLst/>
              <a:ahLst/>
              <a:cxnLst>
                <a:cxn ang="0">
                  <a:pos x="167" y="54"/>
                </a:cxn>
                <a:cxn ang="0">
                  <a:pos x="113" y="24"/>
                </a:cxn>
                <a:cxn ang="0">
                  <a:pos x="83" y="0"/>
                </a:cxn>
                <a:cxn ang="0">
                  <a:pos x="80" y="62"/>
                </a:cxn>
                <a:cxn ang="0">
                  <a:pos x="58" y="100"/>
                </a:cxn>
                <a:cxn ang="0">
                  <a:pos x="54" y="160"/>
                </a:cxn>
                <a:cxn ang="0">
                  <a:pos x="36" y="202"/>
                </a:cxn>
                <a:cxn ang="0">
                  <a:pos x="0" y="234"/>
                </a:cxn>
                <a:cxn ang="0">
                  <a:pos x="146" y="234"/>
                </a:cxn>
                <a:cxn ang="0">
                  <a:pos x="170" y="198"/>
                </a:cxn>
                <a:cxn ang="0">
                  <a:pos x="158" y="138"/>
                </a:cxn>
                <a:cxn ang="0">
                  <a:pos x="196" y="100"/>
                </a:cxn>
                <a:cxn ang="0">
                  <a:pos x="191" y="54"/>
                </a:cxn>
                <a:cxn ang="0">
                  <a:pos x="167" y="54"/>
                </a:cxn>
                <a:cxn ang="0">
                  <a:pos x="167" y="54"/>
                </a:cxn>
                <a:cxn ang="0">
                  <a:pos x="167" y="54"/>
                </a:cxn>
              </a:cxnLst>
              <a:rect l="0" t="0" r="r" b="b"/>
              <a:pathLst>
                <a:path w="196" h="234">
                  <a:moveTo>
                    <a:pt x="167" y="54"/>
                  </a:moveTo>
                  <a:lnTo>
                    <a:pt x="113" y="24"/>
                  </a:lnTo>
                  <a:lnTo>
                    <a:pt x="83" y="0"/>
                  </a:lnTo>
                  <a:lnTo>
                    <a:pt x="80" y="62"/>
                  </a:lnTo>
                  <a:lnTo>
                    <a:pt x="58" y="100"/>
                  </a:lnTo>
                  <a:lnTo>
                    <a:pt x="54" y="160"/>
                  </a:lnTo>
                  <a:lnTo>
                    <a:pt x="36" y="202"/>
                  </a:lnTo>
                  <a:lnTo>
                    <a:pt x="0" y="234"/>
                  </a:lnTo>
                  <a:lnTo>
                    <a:pt x="146" y="234"/>
                  </a:lnTo>
                  <a:lnTo>
                    <a:pt x="170" y="198"/>
                  </a:lnTo>
                  <a:lnTo>
                    <a:pt x="158" y="138"/>
                  </a:lnTo>
                  <a:lnTo>
                    <a:pt x="196" y="100"/>
                  </a:lnTo>
                  <a:lnTo>
                    <a:pt x="191" y="54"/>
                  </a:lnTo>
                  <a:lnTo>
                    <a:pt x="167" y="54"/>
                  </a:lnTo>
                  <a:lnTo>
                    <a:pt x="167" y="54"/>
                  </a:lnTo>
                  <a:lnTo>
                    <a:pt x="167" y="54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2782" name="Freeform 14"/>
            <p:cNvSpPr>
              <a:spLocks/>
            </p:cNvSpPr>
            <p:nvPr/>
          </p:nvSpPr>
          <p:spPr bwMode="ltGray">
            <a:xfrm>
              <a:off x="3476" y="4068"/>
              <a:ext cx="190" cy="252"/>
            </a:xfrm>
            <a:custGeom>
              <a:avLst/>
              <a:gdLst/>
              <a:ahLst/>
              <a:cxnLst>
                <a:cxn ang="0">
                  <a:pos x="190" y="0"/>
                </a:cxn>
                <a:cxn ang="0">
                  <a:pos x="166" y="0"/>
                </a:cxn>
                <a:cxn ang="0">
                  <a:pos x="158" y="38"/>
                </a:cxn>
                <a:cxn ang="0">
                  <a:pos x="138" y="120"/>
                </a:cxn>
                <a:cxn ang="0">
                  <a:pos x="94" y="180"/>
                </a:cxn>
                <a:cxn ang="0">
                  <a:pos x="62" y="234"/>
                </a:cxn>
                <a:cxn ang="0">
                  <a:pos x="0" y="252"/>
                </a:cxn>
                <a:cxn ang="0">
                  <a:pos x="128" y="252"/>
                </a:cxn>
                <a:cxn ang="0">
                  <a:pos x="142" y="188"/>
                </a:cxn>
                <a:cxn ang="0">
                  <a:pos x="186" y="90"/>
                </a:cxn>
                <a:cxn ang="0">
                  <a:pos x="190" y="38"/>
                </a:cxn>
                <a:cxn ang="0">
                  <a:pos x="190" y="0"/>
                </a:cxn>
                <a:cxn ang="0">
                  <a:pos x="190" y="0"/>
                </a:cxn>
                <a:cxn ang="0">
                  <a:pos x="190" y="0"/>
                </a:cxn>
                <a:cxn ang="0">
                  <a:pos x="190" y="0"/>
                </a:cxn>
              </a:cxnLst>
              <a:rect l="0" t="0" r="r" b="b"/>
              <a:pathLst>
                <a:path w="190" h="252">
                  <a:moveTo>
                    <a:pt x="190" y="0"/>
                  </a:moveTo>
                  <a:lnTo>
                    <a:pt x="166" y="0"/>
                  </a:lnTo>
                  <a:lnTo>
                    <a:pt x="158" y="38"/>
                  </a:lnTo>
                  <a:lnTo>
                    <a:pt x="138" y="120"/>
                  </a:lnTo>
                  <a:lnTo>
                    <a:pt x="94" y="180"/>
                  </a:lnTo>
                  <a:lnTo>
                    <a:pt x="62" y="234"/>
                  </a:lnTo>
                  <a:lnTo>
                    <a:pt x="0" y="252"/>
                  </a:lnTo>
                  <a:lnTo>
                    <a:pt x="128" y="252"/>
                  </a:lnTo>
                  <a:lnTo>
                    <a:pt x="142" y="188"/>
                  </a:lnTo>
                  <a:lnTo>
                    <a:pt x="186" y="90"/>
                  </a:lnTo>
                  <a:lnTo>
                    <a:pt x="190" y="38"/>
                  </a:lnTo>
                  <a:lnTo>
                    <a:pt x="190" y="0"/>
                  </a:lnTo>
                  <a:lnTo>
                    <a:pt x="190" y="0"/>
                  </a:lnTo>
                  <a:lnTo>
                    <a:pt x="190" y="0"/>
                  </a:lnTo>
                  <a:lnTo>
                    <a:pt x="190" y="0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2783" name="Freeform 15"/>
            <p:cNvSpPr>
              <a:spLocks/>
            </p:cNvSpPr>
            <p:nvPr/>
          </p:nvSpPr>
          <p:spPr bwMode="ltGray">
            <a:xfrm>
              <a:off x="3170" y="4188"/>
              <a:ext cx="230" cy="132"/>
            </a:xfrm>
            <a:custGeom>
              <a:avLst/>
              <a:gdLst/>
              <a:ahLst/>
              <a:cxnLst>
                <a:cxn ang="0">
                  <a:pos x="197" y="0"/>
                </a:cxn>
                <a:cxn ang="0">
                  <a:pos x="191" y="0"/>
                </a:cxn>
                <a:cxn ang="0">
                  <a:pos x="185" y="0"/>
                </a:cxn>
                <a:cxn ang="0">
                  <a:pos x="173" y="0"/>
                </a:cxn>
                <a:cxn ang="0">
                  <a:pos x="161" y="0"/>
                </a:cxn>
                <a:cxn ang="0">
                  <a:pos x="155" y="0"/>
                </a:cxn>
                <a:cxn ang="0">
                  <a:pos x="138" y="6"/>
                </a:cxn>
                <a:cxn ang="0">
                  <a:pos x="132" y="6"/>
                </a:cxn>
                <a:cxn ang="0">
                  <a:pos x="35" y="18"/>
                </a:cxn>
                <a:cxn ang="0">
                  <a:pos x="11" y="30"/>
                </a:cxn>
                <a:cxn ang="0">
                  <a:pos x="23" y="54"/>
                </a:cxn>
                <a:cxn ang="0">
                  <a:pos x="0" y="100"/>
                </a:cxn>
                <a:cxn ang="0">
                  <a:pos x="0" y="132"/>
                </a:cxn>
                <a:cxn ang="0">
                  <a:pos x="162" y="132"/>
                </a:cxn>
                <a:cxn ang="0">
                  <a:pos x="204" y="88"/>
                </a:cxn>
                <a:cxn ang="0">
                  <a:pos x="230" y="46"/>
                </a:cxn>
                <a:cxn ang="0">
                  <a:pos x="214" y="24"/>
                </a:cxn>
                <a:cxn ang="0">
                  <a:pos x="215" y="0"/>
                </a:cxn>
                <a:cxn ang="0">
                  <a:pos x="209" y="0"/>
                </a:cxn>
                <a:cxn ang="0">
                  <a:pos x="203" y="0"/>
                </a:cxn>
                <a:cxn ang="0">
                  <a:pos x="203" y="0"/>
                </a:cxn>
                <a:cxn ang="0">
                  <a:pos x="197" y="0"/>
                </a:cxn>
                <a:cxn ang="0">
                  <a:pos x="197" y="0"/>
                </a:cxn>
                <a:cxn ang="0">
                  <a:pos x="197" y="0"/>
                </a:cxn>
              </a:cxnLst>
              <a:rect l="0" t="0" r="r" b="b"/>
              <a:pathLst>
                <a:path w="230" h="132">
                  <a:moveTo>
                    <a:pt x="197" y="0"/>
                  </a:moveTo>
                  <a:lnTo>
                    <a:pt x="191" y="0"/>
                  </a:lnTo>
                  <a:lnTo>
                    <a:pt x="185" y="0"/>
                  </a:lnTo>
                  <a:lnTo>
                    <a:pt x="173" y="0"/>
                  </a:lnTo>
                  <a:lnTo>
                    <a:pt x="161" y="0"/>
                  </a:lnTo>
                  <a:lnTo>
                    <a:pt x="155" y="0"/>
                  </a:lnTo>
                  <a:lnTo>
                    <a:pt x="138" y="6"/>
                  </a:lnTo>
                  <a:lnTo>
                    <a:pt x="132" y="6"/>
                  </a:lnTo>
                  <a:lnTo>
                    <a:pt x="35" y="18"/>
                  </a:lnTo>
                  <a:lnTo>
                    <a:pt x="11" y="30"/>
                  </a:lnTo>
                  <a:lnTo>
                    <a:pt x="23" y="54"/>
                  </a:lnTo>
                  <a:lnTo>
                    <a:pt x="0" y="100"/>
                  </a:lnTo>
                  <a:lnTo>
                    <a:pt x="0" y="132"/>
                  </a:lnTo>
                  <a:lnTo>
                    <a:pt x="162" y="132"/>
                  </a:lnTo>
                  <a:lnTo>
                    <a:pt x="204" y="88"/>
                  </a:lnTo>
                  <a:lnTo>
                    <a:pt x="230" y="46"/>
                  </a:lnTo>
                  <a:lnTo>
                    <a:pt x="214" y="24"/>
                  </a:lnTo>
                  <a:lnTo>
                    <a:pt x="215" y="0"/>
                  </a:lnTo>
                  <a:lnTo>
                    <a:pt x="209" y="0"/>
                  </a:lnTo>
                  <a:lnTo>
                    <a:pt x="203" y="0"/>
                  </a:lnTo>
                  <a:lnTo>
                    <a:pt x="203" y="0"/>
                  </a:lnTo>
                  <a:lnTo>
                    <a:pt x="197" y="0"/>
                  </a:lnTo>
                  <a:lnTo>
                    <a:pt x="197" y="0"/>
                  </a:lnTo>
                  <a:lnTo>
                    <a:pt x="197" y="0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2784" name="Freeform 16"/>
            <p:cNvSpPr>
              <a:spLocks/>
            </p:cNvSpPr>
            <p:nvPr/>
          </p:nvSpPr>
          <p:spPr bwMode="ltGray">
            <a:xfrm>
              <a:off x="3044" y="4218"/>
              <a:ext cx="89" cy="102"/>
            </a:xfrm>
            <a:custGeom>
              <a:avLst/>
              <a:gdLst/>
              <a:ahLst/>
              <a:cxnLst>
                <a:cxn ang="0">
                  <a:pos x="71" y="0"/>
                </a:cxn>
                <a:cxn ang="0">
                  <a:pos x="66" y="48"/>
                </a:cxn>
                <a:cxn ang="0">
                  <a:pos x="30" y="72"/>
                </a:cxn>
                <a:cxn ang="0">
                  <a:pos x="0" y="102"/>
                </a:cxn>
                <a:cxn ang="0">
                  <a:pos x="66" y="102"/>
                </a:cxn>
                <a:cxn ang="0">
                  <a:pos x="88" y="56"/>
                </a:cxn>
                <a:cxn ang="0">
                  <a:pos x="89" y="6"/>
                </a:cxn>
                <a:cxn ang="0">
                  <a:pos x="71" y="0"/>
                </a:cxn>
                <a:cxn ang="0">
                  <a:pos x="71" y="0"/>
                </a:cxn>
                <a:cxn ang="0">
                  <a:pos x="71" y="0"/>
                </a:cxn>
              </a:cxnLst>
              <a:rect l="0" t="0" r="r" b="b"/>
              <a:pathLst>
                <a:path w="89" h="102">
                  <a:moveTo>
                    <a:pt x="71" y="0"/>
                  </a:moveTo>
                  <a:lnTo>
                    <a:pt x="66" y="48"/>
                  </a:lnTo>
                  <a:lnTo>
                    <a:pt x="30" y="72"/>
                  </a:lnTo>
                  <a:lnTo>
                    <a:pt x="0" y="102"/>
                  </a:lnTo>
                  <a:lnTo>
                    <a:pt x="66" y="102"/>
                  </a:lnTo>
                  <a:lnTo>
                    <a:pt x="88" y="56"/>
                  </a:lnTo>
                  <a:lnTo>
                    <a:pt x="89" y="6"/>
                  </a:lnTo>
                  <a:lnTo>
                    <a:pt x="71" y="0"/>
                  </a:lnTo>
                  <a:lnTo>
                    <a:pt x="71" y="0"/>
                  </a:lnTo>
                  <a:lnTo>
                    <a:pt x="71" y="0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2785" name="Freeform 17"/>
            <p:cNvSpPr>
              <a:spLocks/>
            </p:cNvSpPr>
            <p:nvPr/>
          </p:nvSpPr>
          <p:spPr bwMode="ltGray">
            <a:xfrm>
              <a:off x="5482" y="3367"/>
              <a:ext cx="278" cy="953"/>
            </a:xfrm>
            <a:custGeom>
              <a:avLst/>
              <a:gdLst/>
              <a:ahLst/>
              <a:cxnLst>
                <a:cxn ang="0">
                  <a:pos x="278" y="24"/>
                </a:cxn>
                <a:cxn ang="0">
                  <a:pos x="272" y="24"/>
                </a:cxn>
                <a:cxn ang="0">
                  <a:pos x="272" y="18"/>
                </a:cxn>
                <a:cxn ang="0">
                  <a:pos x="266" y="18"/>
                </a:cxn>
                <a:cxn ang="0">
                  <a:pos x="254" y="12"/>
                </a:cxn>
                <a:cxn ang="0">
                  <a:pos x="236" y="6"/>
                </a:cxn>
                <a:cxn ang="0">
                  <a:pos x="212" y="0"/>
                </a:cxn>
                <a:cxn ang="0">
                  <a:pos x="206" y="6"/>
                </a:cxn>
                <a:cxn ang="0">
                  <a:pos x="198" y="129"/>
                </a:cxn>
                <a:cxn ang="0">
                  <a:pos x="184" y="209"/>
                </a:cxn>
                <a:cxn ang="0">
                  <a:pos x="182" y="249"/>
                </a:cxn>
                <a:cxn ang="0">
                  <a:pos x="200" y="339"/>
                </a:cxn>
                <a:cxn ang="0">
                  <a:pos x="186" y="481"/>
                </a:cxn>
                <a:cxn ang="0">
                  <a:pos x="176" y="521"/>
                </a:cxn>
                <a:cxn ang="0">
                  <a:pos x="156" y="601"/>
                </a:cxn>
                <a:cxn ang="0">
                  <a:pos x="172" y="681"/>
                </a:cxn>
                <a:cxn ang="0">
                  <a:pos x="138" y="765"/>
                </a:cxn>
                <a:cxn ang="0">
                  <a:pos x="96" y="847"/>
                </a:cxn>
                <a:cxn ang="0">
                  <a:pos x="50" y="899"/>
                </a:cxn>
                <a:cxn ang="0">
                  <a:pos x="0" y="953"/>
                </a:cxn>
                <a:cxn ang="0">
                  <a:pos x="278" y="953"/>
                </a:cxn>
                <a:cxn ang="0">
                  <a:pos x="278" y="24"/>
                </a:cxn>
                <a:cxn ang="0">
                  <a:pos x="278" y="24"/>
                </a:cxn>
                <a:cxn ang="0">
                  <a:pos x="278" y="24"/>
                </a:cxn>
              </a:cxnLst>
              <a:rect l="0" t="0" r="r" b="b"/>
              <a:pathLst>
                <a:path w="278" h="953">
                  <a:moveTo>
                    <a:pt x="278" y="24"/>
                  </a:moveTo>
                  <a:lnTo>
                    <a:pt x="272" y="24"/>
                  </a:lnTo>
                  <a:lnTo>
                    <a:pt x="272" y="18"/>
                  </a:lnTo>
                  <a:lnTo>
                    <a:pt x="266" y="18"/>
                  </a:lnTo>
                  <a:lnTo>
                    <a:pt x="254" y="12"/>
                  </a:lnTo>
                  <a:lnTo>
                    <a:pt x="236" y="6"/>
                  </a:lnTo>
                  <a:lnTo>
                    <a:pt x="212" y="0"/>
                  </a:lnTo>
                  <a:lnTo>
                    <a:pt x="206" y="6"/>
                  </a:lnTo>
                  <a:lnTo>
                    <a:pt x="198" y="129"/>
                  </a:lnTo>
                  <a:lnTo>
                    <a:pt x="184" y="209"/>
                  </a:lnTo>
                  <a:lnTo>
                    <a:pt x="182" y="249"/>
                  </a:lnTo>
                  <a:lnTo>
                    <a:pt x="200" y="339"/>
                  </a:lnTo>
                  <a:lnTo>
                    <a:pt x="186" y="481"/>
                  </a:lnTo>
                  <a:lnTo>
                    <a:pt x="176" y="521"/>
                  </a:lnTo>
                  <a:lnTo>
                    <a:pt x="156" y="601"/>
                  </a:lnTo>
                  <a:lnTo>
                    <a:pt x="172" y="681"/>
                  </a:lnTo>
                  <a:lnTo>
                    <a:pt x="138" y="765"/>
                  </a:lnTo>
                  <a:lnTo>
                    <a:pt x="96" y="847"/>
                  </a:lnTo>
                  <a:lnTo>
                    <a:pt x="50" y="899"/>
                  </a:lnTo>
                  <a:lnTo>
                    <a:pt x="0" y="953"/>
                  </a:lnTo>
                  <a:lnTo>
                    <a:pt x="278" y="953"/>
                  </a:lnTo>
                  <a:lnTo>
                    <a:pt x="278" y="24"/>
                  </a:lnTo>
                  <a:lnTo>
                    <a:pt x="278" y="24"/>
                  </a:lnTo>
                  <a:lnTo>
                    <a:pt x="278" y="24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32786" name="Rectangle 18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2787" name="Rectangle 1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88" name="Rectangle 2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89" name="Rectangle 2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fld id="{009860AC-9416-4C41-8C03-17A6F873AC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32790" name="Rectangle 2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0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8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u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u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u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u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u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u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u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mailto:jkindimpex@gmail.com" TargetMode="Externa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62200" y="533400"/>
            <a:ext cx="4724400" cy="533400"/>
          </a:xfrm>
        </p:spPr>
        <p:txBody>
          <a:bodyPr/>
          <a:lstStyle/>
          <a:p>
            <a:pPr eaLnBrk="1" hangingPunct="1">
              <a:defRPr/>
            </a:pPr>
            <a:r>
              <a:rPr lang="en-US" sz="3000" b="1" u="sng" smtClean="0">
                <a:solidFill>
                  <a:srgbClr val="FFFFFF"/>
                </a:solidFill>
                <a:latin typeface="Times New Roman" pitchFamily="18" charset="0"/>
              </a:rPr>
              <a:t>INTRODUCTION 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sz="quarter" idx="1"/>
          </p:nvPr>
        </p:nvSpPr>
        <p:spPr>
          <a:xfrm>
            <a:off x="990600" y="1524000"/>
            <a:ext cx="6629400" cy="27432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2000" u="sng" smtClean="0">
                <a:solidFill>
                  <a:srgbClr val="FFFFFF"/>
                </a:solidFill>
                <a:latin typeface="Times New Roman" pitchFamily="18" charset="0"/>
              </a:rPr>
              <a:t>About Us : </a:t>
            </a:r>
          </a:p>
          <a:p>
            <a:pPr algn="l" eaLnBrk="1" hangingPunct="1">
              <a:defRPr/>
            </a:pPr>
            <a:r>
              <a:rPr lang="en-US" sz="2000" smtClean="0">
                <a:solidFill>
                  <a:srgbClr val="FFFFFF"/>
                </a:solidFill>
                <a:latin typeface="Times New Roman" pitchFamily="18" charset="0"/>
              </a:rPr>
              <a:t>We are J.K Industrial Impex provides you all kind of Industrial Materials with   </a:t>
            </a:r>
          </a:p>
          <a:p>
            <a:pPr algn="l" eaLnBrk="1" hangingPunct="1">
              <a:buFont typeface="Wingdings" pitchFamily="2" charset="2"/>
              <a:buChar char="Ø"/>
              <a:defRPr/>
            </a:pPr>
            <a:r>
              <a:rPr lang="en-US" sz="2000" smtClean="0">
                <a:solidFill>
                  <a:srgbClr val="FFFFFF"/>
                </a:solidFill>
                <a:latin typeface="Times New Roman" pitchFamily="18" charset="0"/>
              </a:rPr>
              <a:t>  Highest  Quality</a:t>
            </a:r>
          </a:p>
          <a:p>
            <a:pPr algn="l" eaLnBrk="1" hangingPunct="1">
              <a:buFont typeface="Wingdings" pitchFamily="2" charset="2"/>
              <a:buChar char="Ø"/>
              <a:defRPr/>
            </a:pPr>
            <a:r>
              <a:rPr lang="en-US" sz="2000" smtClean="0">
                <a:solidFill>
                  <a:srgbClr val="FFFFFF"/>
                </a:solidFill>
                <a:latin typeface="Times New Roman" pitchFamily="18" charset="0"/>
              </a:rPr>
              <a:t>  Greatest Quantity</a:t>
            </a:r>
          </a:p>
          <a:p>
            <a:pPr algn="l" eaLnBrk="1" hangingPunct="1">
              <a:buFont typeface="Wingdings" pitchFamily="2" charset="2"/>
              <a:buChar char="Ø"/>
              <a:defRPr/>
            </a:pPr>
            <a:r>
              <a:rPr lang="en-US" sz="2000" smtClean="0">
                <a:solidFill>
                  <a:srgbClr val="FFFFFF"/>
                </a:solidFill>
                <a:latin typeface="Times New Roman" pitchFamily="18" charset="0"/>
              </a:rPr>
              <a:t>  Largest Variety</a:t>
            </a:r>
          </a:p>
          <a:p>
            <a:pPr algn="l" eaLnBrk="1" hangingPunct="1">
              <a:buFont typeface="Wingdings" pitchFamily="2" charset="2"/>
              <a:buChar char="Ø"/>
              <a:defRPr/>
            </a:pPr>
            <a:r>
              <a:rPr lang="en-US" sz="2000" smtClean="0">
                <a:solidFill>
                  <a:srgbClr val="FFFFFF"/>
                </a:solidFill>
                <a:latin typeface="Times New Roman" pitchFamily="18" charset="0"/>
              </a:rPr>
              <a:t>  Consistent Professionalism</a:t>
            </a:r>
          </a:p>
          <a:p>
            <a:pPr algn="l" eaLnBrk="1" hangingPunct="1">
              <a:buFont typeface="Wingdings" pitchFamily="2" charset="2"/>
              <a:buChar char="Ø"/>
              <a:defRPr/>
            </a:pPr>
            <a:r>
              <a:rPr lang="en-US" sz="2000" smtClean="0">
                <a:solidFill>
                  <a:srgbClr val="FFFFFF"/>
                </a:solidFill>
                <a:latin typeface="Times New Roman" pitchFamily="18" charset="0"/>
              </a:rPr>
              <a:t>  Visually Appealing</a:t>
            </a:r>
            <a:endParaRPr lang="en-US" sz="2000" u="sng" smtClean="0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5" name="Content Placeholder 4"/>
          <p:cNvSpPr txBox="1">
            <a:spLocks/>
          </p:cNvSpPr>
          <p:nvPr/>
        </p:nvSpPr>
        <p:spPr>
          <a:xfrm>
            <a:off x="2057400" y="5257800"/>
            <a:ext cx="4191000" cy="1447800"/>
          </a:xfrm>
          <a:prstGeom prst="rect">
            <a:avLst/>
          </a:prstGeom>
        </p:spPr>
        <p:txBody>
          <a:bodyPr/>
          <a:lstStyle/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en-US" sz="1300">
              <a:effectLst>
                <a:outerShdw blurRad="38100" dist="38100" dir="2700000" algn="tl">
                  <a:srgbClr val="000000"/>
                </a:outerShdw>
              </a:effectLst>
              <a:latin typeface="Calibri" pitchFamily="34" charset="0"/>
            </a:endParaRPr>
          </a:p>
        </p:txBody>
      </p:sp>
      <p:sp>
        <p:nvSpPr>
          <p:cNvPr id="2" name="Content Placeholder 4"/>
          <p:cNvSpPr txBox="1">
            <a:spLocks/>
          </p:cNvSpPr>
          <p:nvPr/>
        </p:nvSpPr>
        <p:spPr>
          <a:xfrm>
            <a:off x="2514600" y="5334000"/>
            <a:ext cx="4191000" cy="1524000"/>
          </a:xfrm>
          <a:prstGeom prst="rect">
            <a:avLst/>
          </a:prstGeom>
        </p:spPr>
        <p:txBody>
          <a:bodyPr/>
          <a:lstStyle/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1300" b="1" u="sng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J K INDUSTRIAL IMPEX</a:t>
            </a:r>
          </a:p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No : 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117, </a:t>
            </a:r>
            <a:r>
              <a:rPr lang="en-US" sz="1300" b="1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Thambu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lang="en-US" sz="1300" b="1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chetty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St</a:t>
            </a: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,</a:t>
            </a:r>
          </a:p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1300" b="1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Parrys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, Chennai </a:t>
            </a: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– 600001</a:t>
            </a:r>
          </a:p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Tel Fax : 044 – 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42037536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, </a:t>
            </a: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mob :  9884478792</a:t>
            </a:r>
          </a:p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Email Id: </a:t>
            </a:r>
            <a:r>
              <a:rPr lang="en-US" sz="1300" b="1" u="sng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jkindimpex@gmail.com</a:t>
            </a:r>
            <a:endParaRPr lang="en-US" sz="1300" b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</p:spTree>
  </p:cSld>
  <p:clrMapOvr>
    <a:masterClrMapping/>
  </p:clrMapOvr>
  <p:transition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0" y="277813"/>
            <a:ext cx="4800600" cy="788987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b="1" u="sng" smtClean="0">
                <a:solidFill>
                  <a:srgbClr val="FFFFFF"/>
                </a:solidFill>
                <a:latin typeface="Times New Roman" pitchFamily="18" charset="0"/>
              </a:rPr>
              <a:t>J K Industrial impex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57200" y="1600200"/>
            <a:ext cx="8077200" cy="358140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 typeface="Wingdings" pitchFamily="2" charset="2"/>
              <a:buChar char="Ø"/>
              <a:defRPr/>
            </a:pP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Organization Name 		: J K Industrial </a:t>
            </a:r>
            <a:r>
              <a:rPr lang="en-US" sz="1700" b="1" dirty="0" err="1" smtClean="0">
                <a:solidFill>
                  <a:srgbClr val="FFFFFF"/>
                </a:solidFill>
                <a:latin typeface="Times New Roman" pitchFamily="18" charset="0"/>
              </a:rPr>
              <a:t>Impex</a:t>
            </a:r>
            <a:endParaRPr lang="en-US" sz="1700" b="1" dirty="0" smtClean="0">
              <a:solidFill>
                <a:srgbClr val="FFFFFF"/>
              </a:solidFill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Char char="Ø"/>
              <a:defRPr/>
            </a:pP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Date of  Commencement		: Sep-2007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Char char="Ø"/>
              <a:defRPr/>
            </a:pP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Address  			: No : 3/5 </a:t>
            </a:r>
            <a:r>
              <a:rPr lang="en-US" sz="1700" b="1" dirty="0" err="1" smtClean="0">
                <a:solidFill>
                  <a:srgbClr val="FFFFFF"/>
                </a:solidFill>
                <a:latin typeface="Times New Roman" pitchFamily="18" charset="0"/>
              </a:rPr>
              <a:t>Thambu</a:t>
            </a: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 </a:t>
            </a:r>
            <a:r>
              <a:rPr lang="en-US" sz="1700" b="1" dirty="0" err="1" smtClean="0">
                <a:solidFill>
                  <a:srgbClr val="FFFFFF"/>
                </a:solidFill>
                <a:latin typeface="Times New Roman" pitchFamily="18" charset="0"/>
              </a:rPr>
              <a:t>chetty</a:t>
            </a: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 </a:t>
            </a:r>
            <a:r>
              <a:rPr lang="en-US" sz="1700" b="1" dirty="0" err="1" smtClean="0">
                <a:solidFill>
                  <a:srgbClr val="FFFFFF"/>
                </a:solidFill>
                <a:latin typeface="Times New Roman" pitchFamily="18" charset="0"/>
              </a:rPr>
              <a:t>st</a:t>
            </a: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, 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                          		 		</a:t>
            </a:r>
            <a:r>
              <a:rPr lang="en-US" sz="1700" b="1" dirty="0" err="1" smtClean="0">
                <a:solidFill>
                  <a:srgbClr val="FFFFFF"/>
                </a:solidFill>
                <a:latin typeface="Times New Roman" pitchFamily="18" charset="0"/>
              </a:rPr>
              <a:t>Parrys</a:t>
            </a: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,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                          		 		Chennai -600 001.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sz="1700" b="1" dirty="0" smtClean="0">
              <a:solidFill>
                <a:srgbClr val="FFFFFF"/>
              </a:solidFill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Char char="Ø"/>
              <a:defRPr/>
            </a:pP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Telephone  No		 	: 044 – 25215123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Char char="Ø"/>
              <a:defRPr/>
            </a:pP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Mobile No 		 	: 98844 78792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Char char="Ø"/>
              <a:defRPr/>
            </a:pP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GSTIN No                                           : 33AOTPS9550A1ZN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Char char="Ø"/>
              <a:defRPr/>
            </a:pP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CST No                            		: 83031 Date-14-9-2007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Char char="Ø"/>
              <a:defRPr/>
            </a:pP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Area Code                        		: 006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Char char="Ø"/>
              <a:defRPr/>
            </a:pP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Pan Number 			: AOTPS9550A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Char char="Ø"/>
              <a:defRPr/>
            </a:pP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IEC Number 			: 0407020471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500" dirty="0" smtClean="0">
                <a:solidFill>
                  <a:srgbClr val="FFFFFF"/>
                </a:solidFill>
                <a:latin typeface="Calibri" pitchFamily="34" charset="0"/>
              </a:rPr>
              <a:t>                          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2438400" y="5257800"/>
            <a:ext cx="4191000" cy="1447800"/>
          </a:xfrm>
        </p:spPr>
        <p:txBody>
          <a:bodyPr/>
          <a:lstStyle/>
          <a:p>
            <a:pPr>
              <a:buFont typeface="Wingdings" pitchFamily="2" charset="2"/>
              <a:buNone/>
              <a:defRPr/>
            </a:pPr>
            <a:endParaRPr lang="en-US" sz="1200" b="1" i="1" smtClean="0">
              <a:solidFill>
                <a:srgbClr val="0AFFFF"/>
              </a:solidFill>
              <a:latin typeface="Calibri" pitchFamily="34" charset="0"/>
            </a:endParaRPr>
          </a:p>
          <a:p>
            <a:pPr algn="ctr">
              <a:buFont typeface="Wingdings" pitchFamily="2" charset="2"/>
              <a:buNone/>
              <a:defRPr/>
            </a:pPr>
            <a:endParaRPr lang="en-US" sz="1700" smtClean="0">
              <a:latin typeface="Calibri" pitchFamily="34" charset="0"/>
            </a:endParaRPr>
          </a:p>
        </p:txBody>
      </p:sp>
      <p:sp>
        <p:nvSpPr>
          <p:cNvPr id="2" name="Content Placeholder 4"/>
          <p:cNvSpPr txBox="1">
            <a:spLocks/>
          </p:cNvSpPr>
          <p:nvPr/>
        </p:nvSpPr>
        <p:spPr>
          <a:xfrm>
            <a:off x="2514600" y="5334000"/>
            <a:ext cx="4191000" cy="1524000"/>
          </a:xfrm>
          <a:prstGeom prst="rect">
            <a:avLst/>
          </a:prstGeom>
        </p:spPr>
        <p:txBody>
          <a:bodyPr/>
          <a:lstStyle/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1300" b="1" u="sng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J K INDUSTRIAL IMPEX</a:t>
            </a:r>
          </a:p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No : 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117, </a:t>
            </a:r>
            <a:r>
              <a:rPr lang="en-US" sz="1300" b="1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thambu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lang="en-US" sz="1300" b="1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chetty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St,</a:t>
            </a:r>
          </a:p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lang="en-US" sz="1300" b="1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Parrys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, Chennai </a:t>
            </a: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– 600001</a:t>
            </a:r>
          </a:p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Tel Fax : 044 – 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42037536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, </a:t>
            </a: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mob : 9884478792</a:t>
            </a:r>
          </a:p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Email Id: </a:t>
            </a:r>
            <a:r>
              <a:rPr lang="en-US" sz="1300" b="1" u="sng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jkindimpex@gmail.com</a:t>
            </a:r>
            <a:endParaRPr lang="en-US" sz="1300" b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743200" y="277813"/>
            <a:ext cx="4267200" cy="865187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b="1" u="sng" smtClean="0">
                <a:solidFill>
                  <a:srgbClr val="FFFFFF"/>
                </a:solidFill>
                <a:latin typeface="Times New Roman" pitchFamily="18" charset="0"/>
              </a:rPr>
              <a:t>Company Profile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00" y="1600200"/>
            <a:ext cx="7162800" cy="1905000"/>
          </a:xfrm>
        </p:spPr>
        <p:txBody>
          <a:bodyPr/>
          <a:lstStyle/>
          <a:p>
            <a:pPr eaLnBrk="1" hangingPunct="1">
              <a:defRPr/>
            </a:pPr>
            <a:endParaRPr lang="en-US" sz="2000" smtClean="0">
              <a:latin typeface="Calibri" pitchFamily="34" charset="0"/>
              <a:ea typeface="BatangChe" pitchFamily="49" charset="-127"/>
              <a:cs typeface="Calibri" pitchFamily="34" charset="0"/>
            </a:endParaRPr>
          </a:p>
          <a:p>
            <a:pPr eaLnBrk="1" hangingPunct="1">
              <a:defRPr/>
            </a:pPr>
            <a:endParaRPr lang="en-US" sz="2000" smtClean="0">
              <a:latin typeface="Calibri" pitchFamily="34" charset="0"/>
              <a:ea typeface="BatangChe" pitchFamily="49" charset="-127"/>
              <a:cs typeface="Calibri" pitchFamily="34" charset="0"/>
            </a:endParaRPr>
          </a:p>
          <a:p>
            <a:pPr eaLnBrk="1" hangingPunct="1">
              <a:buFont typeface="Wingdings" pitchFamily="2" charset="2"/>
              <a:buChar char="Ø"/>
              <a:defRPr/>
            </a:pPr>
            <a:r>
              <a:rPr lang="en-US" sz="2000" smtClean="0">
                <a:solidFill>
                  <a:srgbClr val="FFFFFF"/>
                </a:solidFill>
                <a:latin typeface="Times New Roman" pitchFamily="18" charset="0"/>
                <a:ea typeface="BatangChe" pitchFamily="49" charset="-127"/>
                <a:cs typeface="Calibri" pitchFamily="34" charset="0"/>
              </a:rPr>
              <a:t>Total No of Employee’s        	:  8</a:t>
            </a:r>
          </a:p>
          <a:p>
            <a:pPr eaLnBrk="1" hangingPunct="1">
              <a:buFont typeface="Wingdings" pitchFamily="2" charset="2"/>
              <a:buChar char="Ø"/>
              <a:defRPr/>
            </a:pPr>
            <a:r>
              <a:rPr lang="en-US" sz="2000" smtClean="0">
                <a:solidFill>
                  <a:srgbClr val="FFFFFF"/>
                </a:solidFill>
                <a:latin typeface="Times New Roman" pitchFamily="18" charset="0"/>
                <a:ea typeface="BatangChe" pitchFamily="49" charset="-127"/>
                <a:cs typeface="Calibri" pitchFamily="34" charset="0"/>
              </a:rPr>
              <a:t>Total area of Premises          	: 2500 sqft( Including Godown)</a:t>
            </a:r>
          </a:p>
          <a:p>
            <a:pPr eaLnBrk="1" hangingPunct="1">
              <a:buFont typeface="Wingdings" pitchFamily="2" charset="2"/>
              <a:buChar char="Ø"/>
              <a:defRPr/>
            </a:pPr>
            <a:r>
              <a:rPr lang="en-US" sz="2000" smtClean="0">
                <a:solidFill>
                  <a:srgbClr val="FFFFFF"/>
                </a:solidFill>
                <a:latin typeface="Times New Roman" pitchFamily="18" charset="0"/>
                <a:ea typeface="BatangChe" pitchFamily="49" charset="-127"/>
                <a:cs typeface="Calibri" pitchFamily="34" charset="0"/>
              </a:rPr>
              <a:t>Total Turnover Per Annum  	: 1C- 1.5C</a:t>
            </a:r>
          </a:p>
        </p:txBody>
      </p:sp>
      <p:sp>
        <p:nvSpPr>
          <p:cNvPr id="5" name="Content Placeholder 4"/>
          <p:cNvSpPr txBox="1">
            <a:spLocks/>
          </p:cNvSpPr>
          <p:nvPr/>
        </p:nvSpPr>
        <p:spPr>
          <a:xfrm>
            <a:off x="2057400" y="5410200"/>
            <a:ext cx="4191000" cy="1447800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en-US" sz="1200" b="1" i="1">
              <a:solidFill>
                <a:srgbClr val="0A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pitchFamily="34" charset="0"/>
            </a:endParaRPr>
          </a:p>
        </p:txBody>
      </p:sp>
      <p:sp>
        <p:nvSpPr>
          <p:cNvPr id="2" name="Content Placeholder 4"/>
          <p:cNvSpPr txBox="1">
            <a:spLocks/>
          </p:cNvSpPr>
          <p:nvPr/>
        </p:nvSpPr>
        <p:spPr>
          <a:xfrm>
            <a:off x="2438400" y="5105400"/>
            <a:ext cx="4191000" cy="1524000"/>
          </a:xfrm>
          <a:prstGeom prst="rect">
            <a:avLst/>
          </a:prstGeom>
        </p:spPr>
        <p:txBody>
          <a:bodyPr/>
          <a:lstStyle/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1300" b="1" u="sng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J K INDUSTRIAL IMPEX</a:t>
            </a:r>
          </a:p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No : 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117, </a:t>
            </a:r>
            <a:r>
              <a:rPr lang="en-US" sz="1300" b="1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Thambu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lang="en-US" sz="1300" b="1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chetty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St,</a:t>
            </a:r>
          </a:p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1300" b="1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Parrys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, Chennai </a:t>
            </a: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– 600001</a:t>
            </a:r>
          </a:p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Tel Fax : 044 – 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42037536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, </a:t>
            </a: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mob no : 9884478792</a:t>
            </a:r>
          </a:p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Email Id: </a:t>
            </a:r>
            <a:r>
              <a:rPr lang="en-US" sz="1300" b="1" u="sng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jkindimpex@gmail.com</a:t>
            </a:r>
            <a:endParaRPr lang="en-US" sz="1300" b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4343400" cy="563562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b="1" u="sng" smtClean="0">
                <a:solidFill>
                  <a:srgbClr val="FFFFFF"/>
                </a:solidFill>
                <a:latin typeface="Times New Roman" pitchFamily="18" charset="0"/>
              </a:rPr>
              <a:t>Authorized Dealers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457200" y="1219200"/>
            <a:ext cx="8382000" cy="3276600"/>
          </a:xfrm>
        </p:spPr>
        <p:txBody>
          <a:bodyPr/>
          <a:lstStyle/>
          <a:p>
            <a:pPr>
              <a:buFont typeface="Wingdings" pitchFamily="2" charset="2"/>
              <a:buChar char="Ø"/>
              <a:defRPr/>
            </a:pPr>
            <a:r>
              <a:rPr lang="en-US" sz="1700" b="1" dirty="0" smtClean="0">
                <a:latin typeface="Calibri" pitchFamily="34" charset="0"/>
              </a:rPr>
              <a:t> </a:t>
            </a: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HAVELLS,SUPERLITE, ORBIT, MENNEKES </a:t>
            </a:r>
          </a:p>
          <a:p>
            <a:pPr>
              <a:buFont typeface="Wingdings" pitchFamily="2" charset="2"/>
              <a:buNone/>
              <a:defRPr/>
            </a:pPr>
            <a:endParaRPr lang="en-US" sz="1700" b="1" dirty="0" smtClean="0">
              <a:solidFill>
                <a:srgbClr val="FFFFFF"/>
              </a:solidFill>
              <a:latin typeface="Times New Roman" pitchFamily="18" charset="0"/>
            </a:endParaRPr>
          </a:p>
          <a:p>
            <a:pPr algn="ctr">
              <a:buFont typeface="Wingdings" pitchFamily="2" charset="2"/>
              <a:buNone/>
              <a:defRPr/>
            </a:pP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 </a:t>
            </a:r>
            <a:r>
              <a:rPr lang="en-US" sz="1700" b="1" u="sng" dirty="0" smtClean="0">
                <a:solidFill>
                  <a:srgbClr val="FFFFFF"/>
                </a:solidFill>
                <a:latin typeface="Times New Roman" pitchFamily="18" charset="0"/>
              </a:rPr>
              <a:t> Dealership :</a:t>
            </a:r>
          </a:p>
          <a:p>
            <a:pPr algn="ctr">
              <a:buFont typeface="Wingdings" pitchFamily="2" charset="2"/>
              <a:buNone/>
              <a:defRPr/>
            </a:pP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   L &amp; T</a:t>
            </a:r>
          </a:p>
          <a:p>
            <a:pPr algn="ctr">
              <a:buFont typeface="Wingdings" pitchFamily="2" charset="2"/>
              <a:buNone/>
              <a:defRPr/>
            </a:pP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Standard</a:t>
            </a:r>
          </a:p>
          <a:p>
            <a:pPr algn="ctr">
              <a:buFont typeface="Wingdings" pitchFamily="2" charset="2"/>
              <a:buNone/>
              <a:defRPr/>
            </a:pPr>
            <a:r>
              <a:rPr lang="en-US" sz="1700" b="1" dirty="0" err="1" smtClean="0">
                <a:solidFill>
                  <a:srgbClr val="FFFFFF"/>
                </a:solidFill>
                <a:latin typeface="Times New Roman" pitchFamily="18" charset="0"/>
              </a:rPr>
              <a:t>Polycab</a:t>
            </a:r>
            <a:endParaRPr lang="en-US" sz="1700" b="1" dirty="0" smtClean="0">
              <a:solidFill>
                <a:srgbClr val="FFFFFF"/>
              </a:solidFill>
              <a:latin typeface="Times New Roman" pitchFamily="18" charset="0"/>
            </a:endParaRPr>
          </a:p>
          <a:p>
            <a:pPr algn="ctr">
              <a:buFont typeface="Wingdings" pitchFamily="2" charset="2"/>
              <a:buNone/>
              <a:defRPr/>
            </a:pP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MDS</a:t>
            </a:r>
          </a:p>
          <a:p>
            <a:pPr algn="ctr">
              <a:buFont typeface="Wingdings" pitchFamily="2" charset="2"/>
              <a:buNone/>
              <a:defRPr/>
            </a:pP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Philips</a:t>
            </a:r>
          </a:p>
          <a:p>
            <a:pPr algn="ctr">
              <a:buFont typeface="Wingdings" pitchFamily="2" charset="2"/>
              <a:buNone/>
              <a:defRPr/>
            </a:pPr>
            <a:r>
              <a:rPr lang="en-US" sz="1700" b="1" dirty="0" err="1" smtClean="0">
                <a:solidFill>
                  <a:srgbClr val="FFFFFF"/>
                </a:solidFill>
                <a:latin typeface="Times New Roman" pitchFamily="18" charset="0"/>
              </a:rPr>
              <a:t>Mekennes</a:t>
            </a: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 Plug &amp; sockets</a:t>
            </a:r>
            <a:r>
              <a:rPr lang="en-US" sz="1700" b="1" dirty="0" smtClean="0">
                <a:solidFill>
                  <a:srgbClr val="EEF1F1"/>
                </a:solidFill>
                <a:latin typeface="Times New Roman" pitchFamily="18" charset="0"/>
              </a:rPr>
              <a:t>.</a:t>
            </a:r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2057400" y="5410200"/>
            <a:ext cx="4191000" cy="1447800"/>
          </a:xfrm>
          <a:prstGeom prst="rect">
            <a:avLst/>
          </a:prstGeom>
        </p:spPr>
        <p:txBody>
          <a:bodyPr/>
          <a:lstStyle/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en-US" sz="1200" b="1" i="1" u="sng">
              <a:solidFill>
                <a:srgbClr val="0A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en-US" sz="1700">
              <a:effectLst>
                <a:outerShdw blurRad="38100" dist="38100" dir="2700000" algn="tl">
                  <a:srgbClr val="000000"/>
                </a:outerShdw>
              </a:effectLst>
              <a:latin typeface="Calibri" pitchFamily="34" charset="0"/>
            </a:endParaRPr>
          </a:p>
        </p:txBody>
      </p:sp>
      <p:sp>
        <p:nvSpPr>
          <p:cNvPr id="5" name="Content Placeholder 4"/>
          <p:cNvSpPr txBox="1">
            <a:spLocks/>
          </p:cNvSpPr>
          <p:nvPr/>
        </p:nvSpPr>
        <p:spPr>
          <a:xfrm>
            <a:off x="2667000" y="5029200"/>
            <a:ext cx="4191000" cy="1524000"/>
          </a:xfrm>
          <a:prstGeom prst="rect">
            <a:avLst/>
          </a:prstGeom>
        </p:spPr>
        <p:txBody>
          <a:bodyPr/>
          <a:lstStyle/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1300" b="1" u="sng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J K INDUSTRIAL IMPEX</a:t>
            </a:r>
          </a:p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No : 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117, </a:t>
            </a:r>
            <a:r>
              <a:rPr lang="en-US" sz="1300" b="1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Thambu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lang="en-US" sz="1300" b="1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chetty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St,</a:t>
            </a:r>
          </a:p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1300" b="1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Parrys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, Chennai </a:t>
            </a: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– 600001</a:t>
            </a:r>
          </a:p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Tel Fax : 044 – 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42037536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, </a:t>
            </a: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9884478792</a:t>
            </a:r>
          </a:p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Email Id: </a:t>
            </a:r>
            <a:r>
              <a:rPr lang="en-US" sz="1300" b="1" u="sng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jkindimpex@gmail.com</a:t>
            </a:r>
            <a:endParaRPr lang="en-US" sz="1300" b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274638"/>
            <a:ext cx="4800600" cy="639762"/>
          </a:xfrm>
        </p:spPr>
        <p:txBody>
          <a:bodyPr/>
          <a:lstStyle/>
          <a:p>
            <a:pPr>
              <a:defRPr/>
            </a:pPr>
            <a:r>
              <a:rPr lang="en-US" sz="2800" b="1" u="sng" dirty="0" smtClean="0">
                <a:solidFill>
                  <a:srgbClr val="FFFFFF"/>
                </a:solidFill>
                <a:latin typeface="Times New Roman" pitchFamily="18" charset="0"/>
              </a:rPr>
              <a:t>Our Regular Customer’s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000" y="1066800"/>
            <a:ext cx="8229600" cy="5562600"/>
          </a:xfrm>
        </p:spPr>
        <p:txBody>
          <a:bodyPr/>
          <a:lstStyle/>
          <a:p>
            <a:pPr>
              <a:buFont typeface="Wingdings" pitchFamily="2" charset="2"/>
              <a:buChar char="Ø"/>
              <a:defRPr/>
            </a:pP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HATSUN AGRO PRODUCTS LTD (Branches : Red </a:t>
            </a:r>
            <a:r>
              <a:rPr lang="en-US" sz="1700" b="1" dirty="0" err="1" smtClean="0">
                <a:solidFill>
                  <a:srgbClr val="FFFFFF"/>
                </a:solidFill>
                <a:latin typeface="Times New Roman" pitchFamily="18" charset="0"/>
              </a:rPr>
              <a:t>hills,Kanchipuram,KPM,Thalaivasal,Palacode</a:t>
            </a: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 &amp; Depots) –Certificated by ISO 22000:2005,ISO 15000:1998,ISO 9001:2000,ISO 14001:2004.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ASTON SHOES PVT LTD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EMAS ENGINEERING &amp; CONTRACTOR S PVT LTD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PSL HOLDINGS LTD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HATSUN AGRO PRODUCTS LTD 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IGP ENGINEERS LTD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PARAG MILK FOODS PVT LTD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CREAMLINE DIARY PVT LTD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FARIDA SHOES PVT LTD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DELTA SHOES PVT LTD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INDIAN COAST GAURDS</a:t>
            </a:r>
          </a:p>
          <a:p>
            <a:pPr>
              <a:buNone/>
              <a:defRPr/>
            </a:pP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                                      </a:t>
            </a:r>
            <a:r>
              <a:rPr lang="en-US" sz="2800" b="1" dirty="0" smtClean="0">
                <a:solidFill>
                  <a:srgbClr val="FFFFFF"/>
                </a:solidFill>
                <a:latin typeface="Times New Roman" pitchFamily="18" charset="0"/>
              </a:rPr>
              <a:t>OUR OVERSEAS  CUSTOMERS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n-US" b="1" dirty="0" smtClean="0">
                <a:solidFill>
                  <a:srgbClr val="FFFFFF"/>
                </a:solidFill>
                <a:latin typeface="Times New Roman" pitchFamily="18" charset="0"/>
              </a:rPr>
              <a:t>AL KUHAIMI METAL </a:t>
            </a:r>
            <a:r>
              <a:rPr lang="en-US" b="1" smtClean="0">
                <a:solidFill>
                  <a:srgbClr val="FFFFFF"/>
                </a:solidFill>
                <a:latin typeface="Times New Roman" pitchFamily="18" charset="0"/>
              </a:rPr>
              <a:t>INDUSTRIES  </a:t>
            </a:r>
            <a:r>
              <a:rPr lang="en-US" b="1" dirty="0" err="1">
                <a:solidFill>
                  <a:srgbClr val="FFFFFF"/>
                </a:solidFill>
                <a:latin typeface="Times New Roman" pitchFamily="18" charset="0"/>
              </a:rPr>
              <a:t>D</a:t>
            </a:r>
            <a:r>
              <a:rPr lang="en-US" b="1" smtClean="0">
                <a:solidFill>
                  <a:srgbClr val="FFFFFF"/>
                </a:solidFill>
                <a:latin typeface="Times New Roman" pitchFamily="18" charset="0"/>
              </a:rPr>
              <a:t>ammam </a:t>
            </a:r>
            <a:r>
              <a:rPr lang="en-US" b="1" dirty="0" smtClean="0">
                <a:solidFill>
                  <a:srgbClr val="FFFFFF"/>
                </a:solidFill>
                <a:latin typeface="Times New Roman" pitchFamily="18" charset="0"/>
              </a:rPr>
              <a:t>KSA</a:t>
            </a:r>
            <a:endParaRPr lang="en-US" b="1" dirty="0" smtClean="0">
              <a:solidFill>
                <a:srgbClr val="FFFFFF"/>
              </a:solidFill>
              <a:latin typeface="Times New Roman" pitchFamily="18" charset="0"/>
            </a:endParaRPr>
          </a:p>
          <a:p>
            <a:pPr>
              <a:buFont typeface="Wingdings" pitchFamily="2" charset="2"/>
              <a:buChar char="Ø"/>
              <a:defRPr/>
            </a:pPr>
            <a:r>
              <a:rPr lang="en-US" b="1" dirty="0" smtClean="0">
                <a:solidFill>
                  <a:srgbClr val="FFFFFF"/>
                </a:solidFill>
                <a:latin typeface="Times New Roman" pitchFamily="18" charset="0"/>
              </a:rPr>
              <a:t>AL KHALEEJ  HOLDING &amp; CO  </a:t>
            </a:r>
            <a:r>
              <a:rPr lang="en-US" b="1" dirty="0" err="1" smtClean="0">
                <a:solidFill>
                  <a:srgbClr val="FFFFFF"/>
                </a:solidFill>
                <a:latin typeface="Times New Roman" pitchFamily="18" charset="0"/>
              </a:rPr>
              <a:t>Alkhobar</a:t>
            </a:r>
            <a:r>
              <a:rPr lang="en-US" b="1" dirty="0" smtClean="0">
                <a:solidFill>
                  <a:srgbClr val="FFFFFF"/>
                </a:solidFill>
                <a:latin typeface="Times New Roman" pitchFamily="18" charset="0"/>
              </a:rPr>
              <a:t> KSA</a:t>
            </a:r>
            <a:endParaRPr lang="en-US" b="1" dirty="0" smtClean="0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9" name="Content Placeholder 4"/>
          <p:cNvSpPr txBox="1">
            <a:spLocks/>
          </p:cNvSpPr>
          <p:nvPr/>
        </p:nvSpPr>
        <p:spPr>
          <a:xfrm>
            <a:off x="2057400" y="5410200"/>
            <a:ext cx="4191000" cy="1447800"/>
          </a:xfrm>
          <a:prstGeom prst="rect">
            <a:avLst/>
          </a:prstGeom>
        </p:spPr>
        <p:txBody>
          <a:bodyPr/>
          <a:lstStyle/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en-US" sz="1700">
              <a:effectLst>
                <a:outerShdw blurRad="38100" dist="38100" dir="2700000" algn="tl">
                  <a:srgbClr val="000000"/>
                </a:outerShdw>
              </a:effectLst>
              <a:latin typeface="Calibri" pitchFamily="34" charset="0"/>
            </a:endParaRPr>
          </a:p>
        </p:txBody>
      </p:sp>
      <p:sp>
        <p:nvSpPr>
          <p:cNvPr id="5" name="Content Placeholder 4"/>
          <p:cNvSpPr txBox="1">
            <a:spLocks/>
          </p:cNvSpPr>
          <p:nvPr/>
        </p:nvSpPr>
        <p:spPr>
          <a:xfrm flipV="1">
            <a:off x="6553200" y="6857999"/>
            <a:ext cx="304800" cy="45719"/>
          </a:xfrm>
          <a:prstGeom prst="rect">
            <a:avLst/>
          </a:prstGeom>
        </p:spPr>
        <p:txBody>
          <a:bodyPr/>
          <a:lstStyle/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en-US" sz="1300" b="1" u="sng" dirty="0" smtClean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274638"/>
            <a:ext cx="5257800" cy="334962"/>
          </a:xfrm>
        </p:spPr>
        <p:txBody>
          <a:bodyPr/>
          <a:lstStyle/>
          <a:p>
            <a:pPr>
              <a:defRPr/>
            </a:pPr>
            <a:r>
              <a:rPr lang="en-US" sz="2800" b="1" u="sng" smtClean="0">
                <a:solidFill>
                  <a:srgbClr val="FFFFFF"/>
                </a:solidFill>
                <a:latin typeface="Times New Roman" pitchFamily="18" charset="0"/>
              </a:rPr>
              <a:t>Quality Products which we Deal</a:t>
            </a:r>
            <a:r>
              <a:rPr lang="en-US" sz="2800" b="1" smtClean="0">
                <a:latin typeface="Times New Roman" pitchFamily="18" charset="0"/>
              </a:rPr>
              <a:t> </a:t>
            </a:r>
          </a:p>
        </p:txBody>
      </p:sp>
      <p:sp>
        <p:nvSpPr>
          <p:cNvPr id="8" name="Content Placeholder 4"/>
          <p:cNvSpPr txBox="1">
            <a:spLocks/>
          </p:cNvSpPr>
          <p:nvPr/>
        </p:nvSpPr>
        <p:spPr>
          <a:xfrm>
            <a:off x="2057400" y="5410200"/>
            <a:ext cx="4191000" cy="1447800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en-US" sz="1700">
              <a:effectLst>
                <a:outerShdw blurRad="38100" dist="38100" dir="2700000" algn="tl">
                  <a:srgbClr val="000000"/>
                </a:outerShdw>
              </a:effectLst>
              <a:latin typeface="Calibri" pitchFamily="34" charset="0"/>
            </a:endParaRPr>
          </a:p>
        </p:txBody>
      </p:sp>
      <p:sp>
        <p:nvSpPr>
          <p:cNvPr id="5" name="Content Placeholder 4"/>
          <p:cNvSpPr txBox="1">
            <a:spLocks/>
          </p:cNvSpPr>
          <p:nvPr/>
        </p:nvSpPr>
        <p:spPr>
          <a:xfrm>
            <a:off x="2362200" y="5181600"/>
            <a:ext cx="4114800" cy="1524000"/>
          </a:xfrm>
          <a:prstGeom prst="rect">
            <a:avLst/>
          </a:prstGeom>
        </p:spPr>
        <p:txBody>
          <a:bodyPr/>
          <a:lstStyle/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1300" b="1" u="sng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J K INDUSTRIAL IMPEX</a:t>
            </a:r>
          </a:p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No : 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117, </a:t>
            </a:r>
            <a:r>
              <a:rPr lang="en-US" sz="1300" b="1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Thambu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lang="en-US" sz="1300" b="1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chetty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 </a:t>
            </a: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St,</a:t>
            </a:r>
          </a:p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lang="en-US" sz="1300" b="1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Parrys,Chennai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– 600001</a:t>
            </a:r>
          </a:p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Tel Fax : 044 – 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42037536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, </a:t>
            </a: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mob : 9884478792</a:t>
            </a:r>
          </a:p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Email Id: </a:t>
            </a:r>
            <a:r>
              <a:rPr lang="en-US" sz="1300" b="1" u="sng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hlinkClick r:id="rId2"/>
              </a:rPr>
              <a:t>jkindimpex@gmail.com</a:t>
            </a:r>
            <a:endParaRPr lang="en-US" sz="1300" b="1" u="sng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en-US" sz="1300" b="1" u="sng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en-US" sz="1300" b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4294967295"/>
          </p:nvPr>
        </p:nvSpPr>
        <p:spPr>
          <a:xfrm>
            <a:off x="457200" y="762000"/>
            <a:ext cx="8534400" cy="4572000"/>
          </a:xfrm>
        </p:spPr>
        <p:txBody>
          <a:bodyPr/>
          <a:lstStyle/>
          <a:p>
            <a:pPr>
              <a:buFont typeface="Wingdings" pitchFamily="2" charset="2"/>
              <a:buChar char="Ø"/>
              <a:defRPr/>
            </a:pP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Contactors &amp; control relays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Thermal overload relay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Motor starters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Sockets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Limit switches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Fuse switch units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n-US" sz="1700" b="1" dirty="0" err="1" smtClean="0">
                <a:solidFill>
                  <a:srgbClr val="FFFFFF"/>
                </a:solidFill>
                <a:latin typeface="Times New Roman" pitchFamily="18" charset="0"/>
              </a:rPr>
              <a:t>Moulded</a:t>
            </a: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 case circuit breakers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SSR &amp; Emergency alarming indicators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HRC, Fuse holders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Fuse distribution Board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Power factor capacitors EPCOS &amp; TIBCON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Temperature controllers &amp; timers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MCB, DB &amp; ELCBS </a:t>
            </a:r>
            <a:r>
              <a:rPr lang="en-US" sz="1700" b="1" dirty="0" err="1" smtClean="0">
                <a:solidFill>
                  <a:srgbClr val="FFFFFF"/>
                </a:solidFill>
                <a:latin typeface="Times New Roman" pitchFamily="18" charset="0"/>
              </a:rPr>
              <a:t>Telemechanic</a:t>
            </a:r>
            <a:r>
              <a:rPr lang="en-US" sz="1700" b="1" dirty="0" smtClean="0">
                <a:solidFill>
                  <a:srgbClr val="FFFFFF"/>
                </a:solidFill>
                <a:latin typeface="Times New Roman" pitchFamily="18" charset="0"/>
              </a:rPr>
              <a:t> Merlin </a:t>
            </a:r>
            <a:r>
              <a:rPr lang="en-US" sz="1700" b="1" dirty="0" err="1" smtClean="0">
                <a:solidFill>
                  <a:srgbClr val="FFFFFF"/>
                </a:solidFill>
                <a:latin typeface="Times New Roman" pitchFamily="18" charset="0"/>
              </a:rPr>
              <a:t>Gerin</a:t>
            </a:r>
            <a:endParaRPr lang="en-US" sz="1700" b="1" dirty="0" smtClean="0">
              <a:solidFill>
                <a:srgbClr val="FFFFFF"/>
              </a:solidFill>
              <a:latin typeface="Times New Roman" pitchFamily="18" charset="0"/>
            </a:endParaRPr>
          </a:p>
          <a:p>
            <a:pPr>
              <a:buFont typeface="Wingdings" pitchFamily="2" charset="2"/>
              <a:buChar char="Ø"/>
              <a:defRPr/>
            </a:pPr>
            <a:endParaRPr lang="en-US" sz="1700" b="1" dirty="0" smtClean="0">
              <a:solidFill>
                <a:srgbClr val="FFFFFF"/>
              </a:solidFill>
              <a:latin typeface="Times New Roman" pitchFamily="18" charset="0"/>
            </a:endParaRPr>
          </a:p>
          <a:p>
            <a:pPr>
              <a:buFont typeface="Wingdings" pitchFamily="2" charset="2"/>
              <a:buChar char="Ø"/>
              <a:defRPr/>
            </a:pPr>
            <a:endParaRPr lang="en-US" sz="1700" b="1" dirty="0" smtClean="0">
              <a:solidFill>
                <a:srgbClr val="FFFFFF"/>
              </a:solidFill>
              <a:latin typeface="Times New Roman" pitchFamily="18" charset="0"/>
            </a:endParaRPr>
          </a:p>
          <a:p>
            <a:pPr>
              <a:buFont typeface="Wingdings" pitchFamily="2" charset="2"/>
              <a:buChar char="Ø"/>
              <a:defRPr/>
            </a:pPr>
            <a:endParaRPr lang="en-US" sz="1700" b="1" dirty="0" smtClean="0">
              <a:solidFill>
                <a:srgbClr val="FFFFFF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274638"/>
            <a:ext cx="5410200" cy="487362"/>
          </a:xfrm>
        </p:spPr>
        <p:txBody>
          <a:bodyPr/>
          <a:lstStyle/>
          <a:p>
            <a:pPr>
              <a:defRPr/>
            </a:pPr>
            <a:r>
              <a:rPr lang="en-US" sz="2800" b="1" u="sng" smtClean="0">
                <a:solidFill>
                  <a:srgbClr val="FFFFFF"/>
                </a:solidFill>
                <a:latin typeface="Times New Roman" pitchFamily="18" charset="0"/>
              </a:rPr>
              <a:t>Quality Products which we Deal</a:t>
            </a:r>
            <a:r>
              <a:rPr lang="en-US" sz="2800" smtClean="0">
                <a:latin typeface="Calibri" pitchFamily="34" charset="0"/>
              </a:rPr>
              <a:t> </a:t>
            </a:r>
          </a:p>
        </p:txBody>
      </p:sp>
      <p:sp>
        <p:nvSpPr>
          <p:cNvPr id="8" name="Content Placeholder 4"/>
          <p:cNvSpPr txBox="1">
            <a:spLocks/>
          </p:cNvSpPr>
          <p:nvPr/>
        </p:nvSpPr>
        <p:spPr>
          <a:xfrm>
            <a:off x="1905000" y="5410200"/>
            <a:ext cx="4191000" cy="1447800"/>
          </a:xfrm>
          <a:prstGeom prst="rect">
            <a:avLst/>
          </a:prstGeom>
        </p:spPr>
        <p:txBody>
          <a:bodyPr/>
          <a:lstStyle/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en-US" sz="1200" b="1" i="1" u="sng">
              <a:solidFill>
                <a:srgbClr val="0A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pitchFamily="34" charset="0"/>
            </a:endParaRPr>
          </a:p>
        </p:txBody>
      </p:sp>
      <p:sp>
        <p:nvSpPr>
          <p:cNvPr id="5" name="Content Placeholder 4"/>
          <p:cNvSpPr txBox="1">
            <a:spLocks/>
          </p:cNvSpPr>
          <p:nvPr/>
        </p:nvSpPr>
        <p:spPr>
          <a:xfrm>
            <a:off x="2438400" y="5334000"/>
            <a:ext cx="4191000" cy="1524000"/>
          </a:xfrm>
          <a:prstGeom prst="rect">
            <a:avLst/>
          </a:prstGeom>
        </p:spPr>
        <p:txBody>
          <a:bodyPr/>
          <a:lstStyle/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1300" b="1" u="sng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J K INDUSTRIAL IMPLEX</a:t>
            </a:r>
          </a:p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No : 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117, </a:t>
            </a:r>
            <a:r>
              <a:rPr lang="en-US" sz="1300" b="1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Thambu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lang="en-US" sz="1300" b="1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chetty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St</a:t>
            </a: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,</a:t>
            </a:r>
          </a:p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1300" b="1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Parrys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, Chennai </a:t>
            </a: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– 600001</a:t>
            </a:r>
          </a:p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Tel Fax : 044 – 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42037536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, </a:t>
            </a: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mob : 9884478792</a:t>
            </a:r>
          </a:p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Email Id: </a:t>
            </a:r>
            <a:r>
              <a:rPr lang="en-US" sz="1300" b="1" u="sng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jkindimpex@gmail.com</a:t>
            </a:r>
            <a:endParaRPr lang="en-US" sz="1300" b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4" name="Content Placeholder 3"/>
          <p:cNvSpPr>
            <a:spLocks/>
          </p:cNvSpPr>
          <p:nvPr/>
        </p:nvSpPr>
        <p:spPr bwMode="auto">
          <a:xfrm>
            <a:off x="304800" y="838200"/>
            <a:ext cx="85344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Ø"/>
              <a:defRPr/>
            </a:pPr>
            <a:r>
              <a:rPr lang="en-US" sz="17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Oil tight limit switch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Ø"/>
              <a:defRPr/>
            </a:pPr>
            <a:r>
              <a:rPr lang="en-US" sz="17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Micro crane push button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Ø"/>
              <a:defRPr/>
            </a:pPr>
            <a:r>
              <a:rPr lang="en-US" sz="17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Selector switches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Ø"/>
              <a:defRPr/>
            </a:pPr>
            <a:r>
              <a:rPr lang="en-US" sz="17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Micro switches 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Ø"/>
              <a:defRPr/>
            </a:pPr>
            <a:r>
              <a:rPr lang="en-US" sz="17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Push button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Ø"/>
              <a:defRPr/>
            </a:pPr>
            <a:r>
              <a:rPr lang="en-US" sz="17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Pilot lamps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Ø"/>
              <a:defRPr/>
            </a:pPr>
            <a:r>
              <a:rPr lang="en-US" sz="17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Cam rotary &amp; on-off switches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Ø"/>
              <a:defRPr/>
            </a:pPr>
            <a:endParaRPr lang="en-US" sz="1700" b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en-US" sz="1700" b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17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                              </a:t>
            </a:r>
            <a:r>
              <a:rPr lang="en-US" b="1" u="sng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INDUSTRIAL HEATING ELEMENTS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17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                              All kinds of heating elements upto 5000W. 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Ø"/>
              <a:defRPr/>
            </a:pPr>
            <a:endParaRPr lang="en-US" sz="1700" b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Ø"/>
              <a:defRPr/>
            </a:pPr>
            <a:endParaRPr lang="en-US" sz="1700" b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274638"/>
            <a:ext cx="5410200" cy="639762"/>
          </a:xfrm>
        </p:spPr>
        <p:txBody>
          <a:bodyPr/>
          <a:lstStyle/>
          <a:p>
            <a:pPr>
              <a:defRPr/>
            </a:pPr>
            <a:r>
              <a:rPr lang="en-US" sz="2800" b="1" u="sng" smtClean="0">
                <a:solidFill>
                  <a:srgbClr val="FFFFFF"/>
                </a:solidFill>
                <a:latin typeface="Times New Roman" pitchFamily="18" charset="0"/>
              </a:rPr>
              <a:t>Quality Products which Deal</a:t>
            </a:r>
            <a:r>
              <a:rPr lang="en-US" sz="2800" smtClean="0">
                <a:latin typeface="Calibri" pitchFamily="34" charset="0"/>
              </a:rPr>
              <a:t> </a:t>
            </a:r>
          </a:p>
        </p:txBody>
      </p:sp>
      <p:sp>
        <p:nvSpPr>
          <p:cNvPr id="8" name="Content Placeholder 4"/>
          <p:cNvSpPr txBox="1">
            <a:spLocks/>
          </p:cNvSpPr>
          <p:nvPr/>
        </p:nvSpPr>
        <p:spPr>
          <a:xfrm>
            <a:off x="2057400" y="5410200"/>
            <a:ext cx="4191000" cy="1447800"/>
          </a:xfrm>
          <a:prstGeom prst="rect">
            <a:avLst/>
          </a:prstGeom>
        </p:spPr>
        <p:txBody>
          <a:bodyPr/>
          <a:lstStyle/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en-US" sz="1700">
              <a:effectLst>
                <a:outerShdw blurRad="38100" dist="38100" dir="2700000" algn="tl">
                  <a:srgbClr val="000000"/>
                </a:outerShdw>
              </a:effectLst>
              <a:latin typeface="Calibri" pitchFamily="34" charset="0"/>
            </a:endParaRPr>
          </a:p>
        </p:txBody>
      </p:sp>
      <p:sp>
        <p:nvSpPr>
          <p:cNvPr id="5" name="Content Placeholder 4"/>
          <p:cNvSpPr txBox="1">
            <a:spLocks/>
          </p:cNvSpPr>
          <p:nvPr/>
        </p:nvSpPr>
        <p:spPr>
          <a:xfrm>
            <a:off x="2514600" y="5334000"/>
            <a:ext cx="4191000" cy="1524000"/>
          </a:xfrm>
          <a:prstGeom prst="rect">
            <a:avLst/>
          </a:prstGeom>
        </p:spPr>
        <p:txBody>
          <a:bodyPr/>
          <a:lstStyle/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1300" b="1" u="sng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J K INDUSTRIAL IMPEX</a:t>
            </a:r>
          </a:p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No : 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117, </a:t>
            </a:r>
            <a:r>
              <a:rPr lang="en-US" sz="1300" b="1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Thambu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lang="en-US" sz="1300" b="1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chetty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St</a:t>
            </a: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,</a:t>
            </a:r>
          </a:p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1300" b="1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Parrys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, Chennai </a:t>
            </a: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– 600001</a:t>
            </a:r>
          </a:p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Tel Fax : 044 – 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42037536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, </a:t>
            </a: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mob: 9884478792</a:t>
            </a:r>
          </a:p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Email Id: </a:t>
            </a:r>
            <a:r>
              <a:rPr lang="en-US" sz="1300" b="1" u="sng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jkindimpex@gmail.com</a:t>
            </a:r>
            <a:endParaRPr lang="en-US" sz="1300" b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4" name="Content Placeholder 3"/>
          <p:cNvSpPr>
            <a:spLocks/>
          </p:cNvSpPr>
          <p:nvPr/>
        </p:nvSpPr>
        <p:spPr bwMode="auto">
          <a:xfrm>
            <a:off x="457200" y="914400"/>
            <a:ext cx="85344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Ø"/>
              <a:defRPr/>
            </a:pPr>
            <a:r>
              <a:rPr lang="en-US" sz="17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Copper flat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Ø"/>
              <a:defRPr/>
            </a:pPr>
            <a:r>
              <a:rPr lang="en-US" sz="17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Copper wire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Ø"/>
              <a:defRPr/>
            </a:pPr>
            <a:r>
              <a:rPr lang="en-US" sz="17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XLP power cables HT cables.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Ø"/>
              <a:defRPr/>
            </a:pPr>
            <a:r>
              <a:rPr lang="en-US" sz="17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AUTHORISED DEALER FOR POLYCAB Copper wires &amp; cables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Ø"/>
              <a:defRPr/>
            </a:pPr>
            <a:r>
              <a:rPr lang="en-US" sz="17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GI cable Trays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Ø"/>
              <a:defRPr/>
            </a:pPr>
            <a:r>
              <a:rPr lang="en-US" sz="17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Copper strips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Ø"/>
              <a:defRPr/>
            </a:pPr>
            <a:r>
              <a:rPr lang="en-US" sz="17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Electrical Siren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Ø"/>
              <a:defRPr/>
            </a:pPr>
            <a:r>
              <a:rPr lang="en-US" sz="17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Industrial Cold room Fittings.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Ø"/>
              <a:defRPr/>
            </a:pPr>
            <a:r>
              <a:rPr lang="en-US" sz="17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Solid state relay 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Ø"/>
              <a:defRPr/>
            </a:pPr>
            <a:r>
              <a:rPr lang="en-US" sz="17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On delay timers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en-US" sz="1700" b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Ø"/>
              <a:defRPr/>
            </a:pPr>
            <a:endParaRPr lang="en-US" sz="1700" b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Ø"/>
              <a:defRPr/>
            </a:pPr>
            <a:endParaRPr lang="en-US" sz="1700" b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Ø"/>
              <a:defRPr/>
            </a:pPr>
            <a:endParaRPr lang="en-US" sz="1700" b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304800"/>
            <a:ext cx="6400800" cy="762000"/>
          </a:xfrm>
        </p:spPr>
        <p:txBody>
          <a:bodyPr/>
          <a:lstStyle/>
          <a:p>
            <a:pPr>
              <a:defRPr/>
            </a:pPr>
            <a:r>
              <a:rPr lang="en-US" sz="2800" b="1" u="sng" smtClean="0">
                <a:solidFill>
                  <a:srgbClr val="FFFFFF"/>
                </a:solidFill>
                <a:latin typeface="Times New Roman" pitchFamily="18" charset="0"/>
              </a:rPr>
              <a:t>Summary</a:t>
            </a:r>
          </a:p>
        </p:txBody>
      </p:sp>
      <p:sp>
        <p:nvSpPr>
          <p:cNvPr id="9" name="Content Placeholder 4"/>
          <p:cNvSpPr txBox="1">
            <a:spLocks/>
          </p:cNvSpPr>
          <p:nvPr/>
        </p:nvSpPr>
        <p:spPr>
          <a:xfrm>
            <a:off x="2057400" y="5410200"/>
            <a:ext cx="4191000" cy="1447800"/>
          </a:xfrm>
          <a:prstGeom prst="rect">
            <a:avLst/>
          </a:prstGeom>
        </p:spPr>
        <p:txBody>
          <a:bodyPr/>
          <a:lstStyle/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en-US" sz="1700">
              <a:effectLst>
                <a:outerShdw blurRad="38100" dist="38100" dir="2700000" algn="tl">
                  <a:srgbClr val="000000"/>
                </a:outerShdw>
              </a:effectLst>
              <a:latin typeface="Calibri" pitchFamily="34" charset="0"/>
            </a:endParaRPr>
          </a:p>
        </p:txBody>
      </p:sp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295400"/>
            <a:ext cx="8534400" cy="3581400"/>
          </a:xfrm>
        </p:spPr>
        <p:txBody>
          <a:bodyPr/>
          <a:lstStyle/>
          <a:p>
            <a:pPr>
              <a:buSzPct val="75000"/>
              <a:buFont typeface="Wingdings" pitchFamily="2" charset="2"/>
              <a:buChar char="Ø"/>
              <a:defRPr/>
            </a:pPr>
            <a:r>
              <a:rPr lang="en-US" sz="2800" smtClean="0">
                <a:latin typeface="Times New Roman" pitchFamily="18" charset="0"/>
              </a:rPr>
              <a:t>We have specialized channel distributing systems among other distributors in Industrial material supply.</a:t>
            </a:r>
          </a:p>
          <a:p>
            <a:pPr>
              <a:buSzPct val="75000"/>
              <a:buFont typeface="Wingdings" pitchFamily="2" charset="2"/>
              <a:buChar char="Ø"/>
              <a:defRPr/>
            </a:pPr>
            <a:r>
              <a:rPr lang="en-US" sz="2800" smtClean="0">
                <a:latin typeface="Times New Roman" pitchFamily="18" charset="0"/>
              </a:rPr>
              <a:t>Our mission for 2011 – to become Authorized dealer for at least 10+ premium companies &amp; also to become major distributor in Industrial materials in Southern India .</a:t>
            </a:r>
          </a:p>
          <a:p>
            <a:pPr>
              <a:buSzPct val="75000"/>
              <a:buFont typeface="Wingdings" pitchFamily="2" charset="2"/>
              <a:buChar char="Ø"/>
              <a:defRPr/>
            </a:pPr>
            <a:r>
              <a:rPr lang="en-US" sz="2800" smtClean="0">
                <a:latin typeface="Times New Roman" pitchFamily="18" charset="0"/>
              </a:rPr>
              <a:t>Our Strength is supplying Quality Products &amp; Pricing.</a:t>
            </a:r>
          </a:p>
        </p:txBody>
      </p:sp>
      <p:sp>
        <p:nvSpPr>
          <p:cNvPr id="5" name="Content Placeholder 4"/>
          <p:cNvSpPr txBox="1">
            <a:spLocks/>
          </p:cNvSpPr>
          <p:nvPr/>
        </p:nvSpPr>
        <p:spPr>
          <a:xfrm>
            <a:off x="2514600" y="5334000"/>
            <a:ext cx="4191000" cy="1524000"/>
          </a:xfrm>
          <a:prstGeom prst="rect">
            <a:avLst/>
          </a:prstGeom>
        </p:spPr>
        <p:txBody>
          <a:bodyPr/>
          <a:lstStyle/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1300" b="1" u="sng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J K INDUSTRIAL IMPEX</a:t>
            </a:r>
          </a:p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No : 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117, </a:t>
            </a:r>
            <a:r>
              <a:rPr lang="en-US" sz="1300" b="1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Thambu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lang="en-US" sz="1300" b="1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chetty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St</a:t>
            </a: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,</a:t>
            </a:r>
          </a:p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1300" b="1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Parrys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, Chennai </a:t>
            </a: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– 600001</a:t>
            </a:r>
          </a:p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Tel Fax : 044 – 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42037536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, </a:t>
            </a: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mob : 9884478792</a:t>
            </a:r>
          </a:p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Email Id: </a:t>
            </a:r>
            <a:r>
              <a:rPr lang="en-US" sz="1300" b="1" u="sng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jkindimpex@gmail.com</a:t>
            </a:r>
            <a:endParaRPr lang="en-US" sz="1300" b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295400"/>
            <a:ext cx="8458200" cy="2819400"/>
          </a:xfrm>
        </p:spPr>
        <p:txBody>
          <a:bodyPr/>
          <a:lstStyle/>
          <a:p>
            <a:pPr algn="ctr">
              <a:buFont typeface="Wingdings" pitchFamily="2" charset="2"/>
              <a:buNone/>
              <a:defRPr/>
            </a:pPr>
            <a:r>
              <a:rPr lang="en-US" sz="8800" b="1" dirty="0" smtClean="0">
                <a:solidFill>
                  <a:srgbClr val="FFFFFF"/>
                </a:solidFill>
                <a:latin typeface="Times New Roman" pitchFamily="18" charset="0"/>
              </a:rPr>
              <a:t>Thank You</a:t>
            </a:r>
          </a:p>
        </p:txBody>
      </p:sp>
      <p:sp>
        <p:nvSpPr>
          <p:cNvPr id="9" name="Content Placeholder 4"/>
          <p:cNvSpPr txBox="1">
            <a:spLocks/>
          </p:cNvSpPr>
          <p:nvPr/>
        </p:nvSpPr>
        <p:spPr>
          <a:xfrm>
            <a:off x="2057400" y="5410200"/>
            <a:ext cx="4191000" cy="1447800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en-US" sz="1200" b="1" i="1">
              <a:solidFill>
                <a:srgbClr val="0A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pitchFamily="34" charset="0"/>
            </a:endParaRPr>
          </a:p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endParaRPr lang="en-US" sz="1700">
              <a:effectLst>
                <a:outerShdw blurRad="38100" dist="38100" dir="2700000" algn="tl">
                  <a:srgbClr val="000000"/>
                </a:outerShdw>
              </a:effectLst>
              <a:latin typeface="Calibri" pitchFamily="34" charset="0"/>
            </a:endParaRPr>
          </a:p>
        </p:txBody>
      </p:sp>
      <p:sp>
        <p:nvSpPr>
          <p:cNvPr id="5" name="Content Placeholder 4"/>
          <p:cNvSpPr txBox="1">
            <a:spLocks/>
          </p:cNvSpPr>
          <p:nvPr/>
        </p:nvSpPr>
        <p:spPr>
          <a:xfrm>
            <a:off x="2362200" y="5181600"/>
            <a:ext cx="4191000" cy="1524000"/>
          </a:xfrm>
          <a:prstGeom prst="rect">
            <a:avLst/>
          </a:prstGeom>
        </p:spPr>
        <p:txBody>
          <a:bodyPr/>
          <a:lstStyle/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1300" b="1" u="sng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J K INDUSTRIAL IMPEX</a:t>
            </a:r>
          </a:p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No 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:117, </a:t>
            </a:r>
            <a:r>
              <a:rPr lang="en-US" sz="1300" b="1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Thambu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lang="en-US" sz="1300" b="1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chetty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St</a:t>
            </a: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,</a:t>
            </a:r>
          </a:p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1300" b="1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Parrys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, Chennai </a:t>
            </a: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– 600001</a:t>
            </a:r>
          </a:p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Tel Fax : 044 – 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42037536</a:t>
            </a:r>
            <a:r>
              <a:rPr lang="en-US" sz="13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, </a:t>
            </a: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mob : 9884478792</a:t>
            </a:r>
          </a:p>
          <a:p>
            <a:pPr marL="342900" indent="-342900"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  <a:defRPr/>
            </a:pPr>
            <a:r>
              <a:rPr lang="en-US" sz="13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Email Id: </a:t>
            </a:r>
            <a:r>
              <a:rPr lang="en-US" sz="1300" b="1" u="sng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jkindimpex@gmail.com</a:t>
            </a:r>
            <a:endParaRPr lang="en-US" sz="1300" b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JK Profile 2018-1">
  <a:themeElements>
    <a:clrScheme name="Cliff 5">
      <a:dk1>
        <a:srgbClr val="009999"/>
      </a:dk1>
      <a:lt1>
        <a:srgbClr val="EAEAEA"/>
      </a:lt1>
      <a:dk2>
        <a:srgbClr val="006666"/>
      </a:dk2>
      <a:lt2>
        <a:srgbClr val="FFFFCC"/>
      </a:lt2>
      <a:accent1>
        <a:srgbClr val="339966"/>
      </a:accent1>
      <a:accent2>
        <a:srgbClr val="5E855B"/>
      </a:accent2>
      <a:accent3>
        <a:srgbClr val="AAB8B8"/>
      </a:accent3>
      <a:accent4>
        <a:srgbClr val="C8C8C8"/>
      </a:accent4>
      <a:accent5>
        <a:srgbClr val="ADCAB8"/>
      </a:accent5>
      <a:accent6>
        <a:srgbClr val="547852"/>
      </a:accent6>
      <a:hlink>
        <a:srgbClr val="EEC85E"/>
      </a:hlink>
      <a:folHlink>
        <a:srgbClr val="AA8456"/>
      </a:folHlink>
    </a:clrScheme>
    <a:fontScheme name="Cliff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Cliff 1">
        <a:dk1>
          <a:srgbClr val="5B5B49"/>
        </a:dk1>
        <a:lt1>
          <a:srgbClr val="DDDDDD"/>
        </a:lt1>
        <a:dk2>
          <a:srgbClr val="2B2A00"/>
        </a:dk2>
        <a:lt2>
          <a:srgbClr val="E0DFBE"/>
        </a:lt2>
        <a:accent1>
          <a:srgbClr val="878543"/>
        </a:accent1>
        <a:accent2>
          <a:srgbClr val="716E00"/>
        </a:accent2>
        <a:accent3>
          <a:srgbClr val="ACACAA"/>
        </a:accent3>
        <a:accent4>
          <a:srgbClr val="BDBDBD"/>
        </a:accent4>
        <a:accent5>
          <a:srgbClr val="C3C2B0"/>
        </a:accent5>
        <a:accent6>
          <a:srgbClr val="666300"/>
        </a:accent6>
        <a:hlink>
          <a:srgbClr val="CC9900"/>
        </a:hlink>
        <a:folHlink>
          <a:srgbClr val="99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iff 2">
        <a:dk1>
          <a:srgbClr val="746354"/>
        </a:dk1>
        <a:lt1>
          <a:srgbClr val="FFFFFF"/>
        </a:lt1>
        <a:dk2>
          <a:srgbClr val="523E26"/>
        </a:dk2>
        <a:lt2>
          <a:srgbClr val="E1DFAF"/>
        </a:lt2>
        <a:accent1>
          <a:srgbClr val="CC9900"/>
        </a:accent1>
        <a:accent2>
          <a:srgbClr val="669900"/>
        </a:accent2>
        <a:accent3>
          <a:srgbClr val="B3AFAC"/>
        </a:accent3>
        <a:accent4>
          <a:srgbClr val="DADADA"/>
        </a:accent4>
        <a:accent5>
          <a:srgbClr val="E2CAAA"/>
        </a:accent5>
        <a:accent6>
          <a:srgbClr val="5C8A00"/>
        </a:accent6>
        <a:hlink>
          <a:srgbClr val="CCCC00"/>
        </a:hlink>
        <a:folHlink>
          <a:srgbClr val="AC793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iff 3">
        <a:dk1>
          <a:srgbClr val="667B5B"/>
        </a:dk1>
        <a:lt1>
          <a:srgbClr val="E6E6DA"/>
        </a:lt1>
        <a:dk2>
          <a:srgbClr val="295200"/>
        </a:dk2>
        <a:lt2>
          <a:srgbClr val="F3F2D9"/>
        </a:lt2>
        <a:accent1>
          <a:srgbClr val="808000"/>
        </a:accent1>
        <a:accent2>
          <a:srgbClr val="838D75"/>
        </a:accent2>
        <a:accent3>
          <a:srgbClr val="ACB3AA"/>
        </a:accent3>
        <a:accent4>
          <a:srgbClr val="C4C4BA"/>
        </a:accent4>
        <a:accent5>
          <a:srgbClr val="C0C0AA"/>
        </a:accent5>
        <a:accent6>
          <a:srgbClr val="767F69"/>
        </a:accent6>
        <a:hlink>
          <a:srgbClr val="33CC33"/>
        </a:hlink>
        <a:folHlink>
          <a:srgbClr val="33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iff 4">
        <a:dk1>
          <a:srgbClr val="86615A"/>
        </a:dk1>
        <a:lt1>
          <a:srgbClr val="FFFFFF"/>
        </a:lt1>
        <a:dk2>
          <a:srgbClr val="633427"/>
        </a:dk2>
        <a:lt2>
          <a:srgbClr val="E9DDCD"/>
        </a:lt2>
        <a:accent1>
          <a:srgbClr val="A34545"/>
        </a:accent1>
        <a:accent2>
          <a:srgbClr val="C86400"/>
        </a:accent2>
        <a:accent3>
          <a:srgbClr val="B7AEAC"/>
        </a:accent3>
        <a:accent4>
          <a:srgbClr val="DADADA"/>
        </a:accent4>
        <a:accent5>
          <a:srgbClr val="CEB0B0"/>
        </a:accent5>
        <a:accent6>
          <a:srgbClr val="B55A00"/>
        </a:accent6>
        <a:hlink>
          <a:srgbClr val="ECAE00"/>
        </a:hlink>
        <a:folHlink>
          <a:srgbClr val="BAA8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iff 5">
        <a:dk1>
          <a:srgbClr val="009999"/>
        </a:dk1>
        <a:lt1>
          <a:srgbClr val="EAEAEA"/>
        </a:lt1>
        <a:dk2>
          <a:srgbClr val="006666"/>
        </a:dk2>
        <a:lt2>
          <a:srgbClr val="FFFFCC"/>
        </a:lt2>
        <a:accent1>
          <a:srgbClr val="339966"/>
        </a:accent1>
        <a:accent2>
          <a:srgbClr val="5E855B"/>
        </a:accent2>
        <a:accent3>
          <a:srgbClr val="AAB8B8"/>
        </a:accent3>
        <a:accent4>
          <a:srgbClr val="C8C8C8"/>
        </a:accent4>
        <a:accent5>
          <a:srgbClr val="ADCAB8"/>
        </a:accent5>
        <a:accent6>
          <a:srgbClr val="547852"/>
        </a:accent6>
        <a:hlink>
          <a:srgbClr val="EEC85E"/>
        </a:hlink>
        <a:folHlink>
          <a:srgbClr val="AA845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iff 6">
        <a:dk1>
          <a:srgbClr val="B8A47C"/>
        </a:dk1>
        <a:lt1>
          <a:srgbClr val="FFFFFF"/>
        </a:lt1>
        <a:dk2>
          <a:srgbClr val="A68A58"/>
        </a:dk2>
        <a:lt2>
          <a:srgbClr val="DAD79C"/>
        </a:lt2>
        <a:accent1>
          <a:srgbClr val="816B35"/>
        </a:accent1>
        <a:accent2>
          <a:srgbClr val="FFCC00"/>
        </a:accent2>
        <a:accent3>
          <a:srgbClr val="D0C4B4"/>
        </a:accent3>
        <a:accent4>
          <a:srgbClr val="DADADA"/>
        </a:accent4>
        <a:accent5>
          <a:srgbClr val="C1BAAE"/>
        </a:accent5>
        <a:accent6>
          <a:srgbClr val="E7B900"/>
        </a:accent6>
        <a:hlink>
          <a:srgbClr val="0066CC"/>
        </a:hlink>
        <a:folHlink>
          <a:srgbClr val="00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iff 7">
        <a:dk1>
          <a:srgbClr val="336699"/>
        </a:dk1>
        <a:lt1>
          <a:srgbClr val="F8F8F8"/>
        </a:lt1>
        <a:dk2>
          <a:srgbClr val="003366"/>
        </a:dk2>
        <a:lt2>
          <a:srgbClr val="D1DDD4"/>
        </a:lt2>
        <a:accent1>
          <a:srgbClr val="3399FF"/>
        </a:accent1>
        <a:accent2>
          <a:srgbClr val="006699"/>
        </a:accent2>
        <a:accent3>
          <a:srgbClr val="AAADB8"/>
        </a:accent3>
        <a:accent4>
          <a:srgbClr val="D4D4D4"/>
        </a:accent4>
        <a:accent5>
          <a:srgbClr val="ADCAFF"/>
        </a:accent5>
        <a:accent6>
          <a:srgbClr val="005C8A"/>
        </a:accent6>
        <a:hlink>
          <a:srgbClr val="86C0CE"/>
        </a:hlink>
        <a:folHlink>
          <a:srgbClr val="0080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JK Profile 2018-1</Template>
  <TotalTime>24</TotalTime>
  <Words>619</Words>
  <Application>Microsoft Office PowerPoint</Application>
  <PresentationFormat>On-screen Show (4:3)</PresentationFormat>
  <Paragraphs>146</Paragraphs>
  <Slides>10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JK Profile 2018-1</vt:lpstr>
      <vt:lpstr>INTRODUCTION </vt:lpstr>
      <vt:lpstr>J K Industrial impex</vt:lpstr>
      <vt:lpstr>Company Profile</vt:lpstr>
      <vt:lpstr>Authorized Dealers</vt:lpstr>
      <vt:lpstr>Our Regular Customer’s</vt:lpstr>
      <vt:lpstr>Quality Products which we Deal </vt:lpstr>
      <vt:lpstr>Quality Products which we Deal </vt:lpstr>
      <vt:lpstr>Quality Products which Deal </vt:lpstr>
      <vt:lpstr>Summary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JK Inustrial</dc:creator>
  <cp:lastModifiedBy>JK Impex</cp:lastModifiedBy>
  <cp:revision>4</cp:revision>
  <dcterms:created xsi:type="dcterms:W3CDTF">2020-01-24T11:43:04Z</dcterms:created>
  <dcterms:modified xsi:type="dcterms:W3CDTF">2023-09-05T12:38:25Z</dcterms:modified>
</cp:coreProperties>
</file>